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embeddedFontLst>
    <p:embeddedFont>
      <p:font typeface="Liter" charset="-122" pitchFamily="34"/>
      <p:regular r:id="rId29"/>
    </p:embeddedFont>
    <p:embeddedFont>
      <p:font typeface="Quattrocento Sans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ed866c034fb095e542ef9dcc9e2b449db8c727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A86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690563"/>
            <a:ext cx="1828800" cy="390525"/>
          </a:xfrm>
          <a:custGeom>
            <a:avLst/>
            <a:gdLst/>
            <a:ahLst/>
            <a:cxnLst/>
            <a:rect l="l" t="t" r="r" b="b"/>
            <a:pathLst>
              <a:path w="1828800" h="390525">
                <a:moveTo>
                  <a:pt x="195263" y="0"/>
                </a:moveTo>
                <a:lnTo>
                  <a:pt x="1633538" y="0"/>
                </a:lnTo>
                <a:cubicBezTo>
                  <a:pt x="1741306" y="0"/>
                  <a:pt x="1828800" y="87494"/>
                  <a:pt x="1828800" y="195263"/>
                </a:cubicBezTo>
                <a:lnTo>
                  <a:pt x="1828800" y="195263"/>
                </a:lnTo>
                <a:cubicBezTo>
                  <a:pt x="1828800" y="303031"/>
                  <a:pt x="1741306" y="390525"/>
                  <a:pt x="16335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A86FF">
              <a:alpha val="14902"/>
            </a:srgbClr>
          </a:solidFill>
          <a:ln w="1270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776288"/>
            <a:ext cx="151187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REVIEW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Product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671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410075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8E9E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Sprint 7-8 Progress | Payment Optimization | User Center Redesign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719" y="59436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59055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31,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82937" y="5943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2" name="Text 9"/>
          <p:cNvSpPr/>
          <p:nvPr/>
        </p:nvSpPr>
        <p:spPr>
          <a:xfrm>
            <a:off x="2487737" y="59055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Team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502726" y="598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4" name="Text 11"/>
          <p:cNvSpPr/>
          <p:nvPr/>
        </p:nvSpPr>
        <p:spPr>
          <a:xfrm>
            <a:off x="10731326" y="592455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MEETING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Discussion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72629" y="162877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525" y="1533525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Goals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525" y="1838325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&amp; completion status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3163" y="137636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03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22765" y="16287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19925" y="1533525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Business Metrics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9925" y="1838325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 &amp; performance trends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242024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925" y="2577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4546" y="267265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2525" y="2577405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Behavior &amp; Conversion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525" y="288220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Funnel analysis &amp; insights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3163" y="242024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0325" y="2577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22021" y="267265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19925" y="2577405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7-8 Progress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9925" y="288220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Velocity, deliverables &amp; planning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3464198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925" y="36213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5886" y="371661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2525" y="362136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2525" y="392616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Problem, solutions &amp; timeline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53163" y="3464198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0325" y="36213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21128" y="371661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19925" y="362136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&amp; Risk Summary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9925" y="392616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issues &amp; mitigation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450815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925" y="46653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61988" y="476056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52525" y="4665315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Redesign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2525" y="4970115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&amp; design comparison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53163" y="450815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0325" y="46653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519639" y="476056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19925" y="4665315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&amp; Dependencies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19925" y="4970115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schedule &amp; cross-team needs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5552108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2925" y="57092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53728" y="580452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52525" y="570927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Questions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2525" y="601407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Decisions needed &amp; next steps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53163" y="5552108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0325" y="57092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540029" y="580452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19925" y="5709270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Action Items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9925" y="601407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&amp; priorities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OF MAR 24-28, 2026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Goals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3695700" cy="2305050"/>
          </a:xfrm>
          <a:custGeom>
            <a:avLst/>
            <a:gdLst/>
            <a:ahLst/>
            <a:cxnLst/>
            <a:rect l="l" t="t" r="r" b="b"/>
            <a:pathLst>
              <a:path w="3695700" h="2305050">
                <a:moveTo>
                  <a:pt x="114307" y="0"/>
                </a:moveTo>
                <a:lnTo>
                  <a:pt x="3581393" y="0"/>
                </a:lnTo>
                <a:cubicBezTo>
                  <a:pt x="3644523" y="0"/>
                  <a:pt x="3695700" y="51177"/>
                  <a:pt x="3695700" y="114307"/>
                </a:cubicBezTo>
                <a:lnTo>
                  <a:pt x="3695700" y="2190743"/>
                </a:lnTo>
                <a:cubicBezTo>
                  <a:pt x="3695700" y="2253873"/>
                  <a:pt x="3644523" y="2305050"/>
                  <a:pt x="3581393" y="2305050"/>
                </a:cubicBezTo>
                <a:lnTo>
                  <a:pt x="114307" y="2305050"/>
                </a:lnTo>
                <a:cubicBezTo>
                  <a:pt x="51177" y="2305050"/>
                  <a:pt x="0" y="2253873"/>
                  <a:pt x="0" y="21907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0081" y="1485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42863"/>
                </a:moveTo>
                <a:lnTo>
                  <a:pt x="0" y="53578"/>
                </a:lnTo>
                <a:lnTo>
                  <a:pt x="171450" y="53578"/>
                </a:lnTo>
                <a:lnTo>
                  <a:pt x="171450" y="42863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close/>
                <a:moveTo>
                  <a:pt x="0" y="69652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9652"/>
                </a:lnTo>
                <a:lnTo>
                  <a:pt x="0" y="69652"/>
                </a:lnTo>
                <a:close/>
                <a:moveTo>
                  <a:pt x="21431" y="120551"/>
                </a:moveTo>
                <a:cubicBezTo>
                  <a:pt x="21431" y="116097"/>
                  <a:pt x="25014" y="112514"/>
                  <a:pt x="29468" y="112514"/>
                </a:cubicBezTo>
                <a:lnTo>
                  <a:pt x="45541" y="112514"/>
                </a:lnTo>
                <a:cubicBezTo>
                  <a:pt x="49995" y="112514"/>
                  <a:pt x="53578" y="116097"/>
                  <a:pt x="53578" y="120551"/>
                </a:cubicBezTo>
                <a:cubicBezTo>
                  <a:pt x="53578" y="125004"/>
                  <a:pt x="49995" y="128588"/>
                  <a:pt x="45541" y="128588"/>
                </a:cubicBezTo>
                <a:lnTo>
                  <a:pt x="29468" y="128588"/>
                </a:lnTo>
                <a:cubicBezTo>
                  <a:pt x="25014" y="128588"/>
                  <a:pt x="21431" y="125004"/>
                  <a:pt x="21431" y="120551"/>
                </a:cubicBezTo>
                <a:close/>
                <a:moveTo>
                  <a:pt x="69652" y="120551"/>
                </a:moveTo>
                <a:cubicBezTo>
                  <a:pt x="69652" y="116097"/>
                  <a:pt x="73235" y="112514"/>
                  <a:pt x="77688" y="112514"/>
                </a:cubicBez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7688" y="128588"/>
                </a:lnTo>
                <a:cubicBezTo>
                  <a:pt x="73235" y="128588"/>
                  <a:pt x="69652" y="125004"/>
                  <a:pt x="69652" y="12055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1038225" y="1438275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51646" y="1419225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152400" y="0"/>
                </a:moveTo>
                <a:lnTo>
                  <a:pt x="723900" y="0"/>
                </a:lnTo>
                <a:cubicBezTo>
                  <a:pt x="808012" y="0"/>
                  <a:pt x="876300" y="68288"/>
                  <a:pt x="876300" y="152400"/>
                </a:cubicBezTo>
                <a:lnTo>
                  <a:pt x="876300" y="152400"/>
                </a:lnTo>
                <a:cubicBezTo>
                  <a:pt x="876300" y="236512"/>
                  <a:pt x="808012" y="304800"/>
                  <a:pt x="7239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165946" y="1481138"/>
            <a:ext cx="7138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1914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187642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Finalize checkout flow wireframes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21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2181225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payment method integration spec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1912" y="14288"/>
                </a:moveTo>
                <a:cubicBezTo>
                  <a:pt x="61912" y="6402"/>
                  <a:pt x="68315" y="0"/>
                  <a:pt x="76200" y="0"/>
                </a:cubicBezTo>
                <a:cubicBezTo>
                  <a:pt x="84085" y="0"/>
                  <a:pt x="90488" y="6402"/>
                  <a:pt x="90488" y="14287"/>
                </a:cubicBezTo>
                <a:cubicBezTo>
                  <a:pt x="90488" y="22173"/>
                  <a:pt x="84085" y="28575"/>
                  <a:pt x="76200" y="28575"/>
                </a:cubicBezTo>
                <a:cubicBezTo>
                  <a:pt x="68315" y="28575"/>
                  <a:pt x="61912" y="22173"/>
                  <a:pt x="61912" y="14288"/>
                </a:cubicBezTo>
                <a:close/>
                <a:moveTo>
                  <a:pt x="61912" y="138113"/>
                </a:moveTo>
                <a:cubicBezTo>
                  <a:pt x="61912" y="130227"/>
                  <a:pt x="68315" y="123825"/>
                  <a:pt x="76200" y="123825"/>
                </a:cubicBezTo>
                <a:cubicBezTo>
                  <a:pt x="84085" y="123825"/>
                  <a:pt x="90488" y="130227"/>
                  <a:pt x="90488" y="138113"/>
                </a:cubicBezTo>
                <a:cubicBezTo>
                  <a:pt x="90488" y="145998"/>
                  <a:pt x="84085" y="152400"/>
                  <a:pt x="76200" y="152400"/>
                </a:cubicBezTo>
                <a:cubicBezTo>
                  <a:pt x="68315" y="152400"/>
                  <a:pt x="61912" y="145998"/>
                  <a:pt x="61912" y="138113"/>
                </a:cubicBezTo>
                <a:close/>
                <a:moveTo>
                  <a:pt x="14288" y="61912"/>
                </a:moveTo>
                <a:cubicBezTo>
                  <a:pt x="22173" y="61912"/>
                  <a:pt x="28575" y="68315"/>
                  <a:pt x="28575" y="76200"/>
                </a:cubicBezTo>
                <a:cubicBezTo>
                  <a:pt x="28575" y="84085"/>
                  <a:pt x="22173" y="90488"/>
                  <a:pt x="14288" y="90488"/>
                </a:cubicBezTo>
                <a:cubicBezTo>
                  <a:pt x="6402" y="90488"/>
                  <a:pt x="0" y="84085"/>
                  <a:pt x="0" y="76200"/>
                </a:cubicBezTo>
                <a:cubicBezTo>
                  <a:pt x="0" y="68315"/>
                  <a:pt x="6402" y="61912"/>
                  <a:pt x="14287" y="61912"/>
                </a:cubicBezTo>
                <a:close/>
                <a:moveTo>
                  <a:pt x="123825" y="76200"/>
                </a:moveTo>
                <a:cubicBezTo>
                  <a:pt x="123825" y="68315"/>
                  <a:pt x="130227" y="61912"/>
                  <a:pt x="138113" y="61912"/>
                </a:cubicBezTo>
                <a:cubicBezTo>
                  <a:pt x="145998" y="61912"/>
                  <a:pt x="152400" y="68315"/>
                  <a:pt x="152400" y="76200"/>
                </a:cubicBezTo>
                <a:cubicBezTo>
                  <a:pt x="152400" y="84085"/>
                  <a:pt x="145998" y="90488"/>
                  <a:pt x="138113" y="90488"/>
                </a:cubicBezTo>
                <a:cubicBezTo>
                  <a:pt x="130227" y="90488"/>
                  <a:pt x="123825" y="84085"/>
                  <a:pt x="123825" y="76200"/>
                </a:cubicBezTo>
                <a:close/>
                <a:moveTo>
                  <a:pt x="22324" y="109865"/>
                </a:moveTo>
                <a:cubicBezTo>
                  <a:pt x="27902" y="104288"/>
                  <a:pt x="36958" y="104288"/>
                  <a:pt x="42535" y="109865"/>
                </a:cubicBezTo>
                <a:cubicBezTo>
                  <a:pt x="48112" y="115442"/>
                  <a:pt x="48112" y="124498"/>
                  <a:pt x="42535" y="130076"/>
                </a:cubicBezTo>
                <a:cubicBezTo>
                  <a:pt x="36958" y="135653"/>
                  <a:pt x="27902" y="135653"/>
                  <a:pt x="22324" y="130076"/>
                </a:cubicBezTo>
                <a:cubicBezTo>
                  <a:pt x="16747" y="124498"/>
                  <a:pt x="16747" y="115442"/>
                  <a:pt x="22324" y="109865"/>
                </a:cubicBezTo>
                <a:close/>
                <a:moveTo>
                  <a:pt x="22324" y="22324"/>
                </a:moveTo>
                <a:cubicBezTo>
                  <a:pt x="27902" y="16747"/>
                  <a:pt x="36958" y="16747"/>
                  <a:pt x="42535" y="22324"/>
                </a:cubicBezTo>
                <a:cubicBezTo>
                  <a:pt x="48112" y="27902"/>
                  <a:pt x="48112" y="36958"/>
                  <a:pt x="42535" y="42535"/>
                </a:cubicBezTo>
                <a:cubicBezTo>
                  <a:pt x="36958" y="48112"/>
                  <a:pt x="27902" y="48112"/>
                  <a:pt x="22324" y="42535"/>
                </a:cubicBezTo>
                <a:cubicBezTo>
                  <a:pt x="16747" y="36958"/>
                  <a:pt x="16747" y="27902"/>
                  <a:pt x="22324" y="22324"/>
                </a:cubicBezTo>
                <a:close/>
                <a:moveTo>
                  <a:pt x="130076" y="109865"/>
                </a:moveTo>
                <a:cubicBezTo>
                  <a:pt x="135657" y="115446"/>
                  <a:pt x="135657" y="124495"/>
                  <a:pt x="130076" y="130076"/>
                </a:cubicBezTo>
                <a:cubicBezTo>
                  <a:pt x="124495" y="135657"/>
                  <a:pt x="115446" y="135657"/>
                  <a:pt x="109865" y="130076"/>
                </a:cubicBezTo>
                <a:cubicBezTo>
                  <a:pt x="104284" y="124495"/>
                  <a:pt x="104284" y="115446"/>
                  <a:pt x="109865" y="109865"/>
                </a:cubicBezTo>
                <a:cubicBezTo>
                  <a:pt x="115446" y="104284"/>
                  <a:pt x="124495" y="104284"/>
                  <a:pt x="130076" y="10986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24860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review (pending)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2833688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2925" y="297180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87428" y="2952750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295650"/>
            <a:ext cx="3381375" cy="76200"/>
          </a:xfrm>
          <a:custGeom>
            <a:avLst/>
            <a:gdLst/>
            <a:ahLst/>
            <a:cxnLst/>
            <a:rect l="l" t="t" r="r" b="b"/>
            <a:pathLst>
              <a:path w="3381375" h="76200">
                <a:moveTo>
                  <a:pt x="38100" y="0"/>
                </a:moveTo>
                <a:lnTo>
                  <a:pt x="3343275" y="0"/>
                </a:lnTo>
                <a:cubicBezTo>
                  <a:pt x="3364303" y="0"/>
                  <a:pt x="3381375" y="17072"/>
                  <a:pt x="3381375" y="38100"/>
                </a:cubicBezTo>
                <a:lnTo>
                  <a:pt x="3381375" y="38100"/>
                </a:lnTo>
                <a:cubicBezTo>
                  <a:pt x="3381375" y="59128"/>
                  <a:pt x="3364303" y="76200"/>
                  <a:pt x="3343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2925" y="3295650"/>
            <a:ext cx="2876550" cy="76200"/>
          </a:xfrm>
          <a:custGeom>
            <a:avLst/>
            <a:gdLst/>
            <a:ahLst/>
            <a:cxnLst/>
            <a:rect l="l" t="t" r="r" b="b"/>
            <a:pathLst>
              <a:path w="2876550" h="76200">
                <a:moveTo>
                  <a:pt x="38100" y="0"/>
                </a:moveTo>
                <a:lnTo>
                  <a:pt x="2838450" y="0"/>
                </a:lnTo>
                <a:cubicBezTo>
                  <a:pt x="2859478" y="0"/>
                  <a:pt x="2876550" y="17072"/>
                  <a:pt x="2876550" y="38100"/>
                </a:cubicBezTo>
                <a:lnTo>
                  <a:pt x="2876550" y="38100"/>
                </a:lnTo>
                <a:cubicBezTo>
                  <a:pt x="2876550" y="59128"/>
                  <a:pt x="2859478" y="76200"/>
                  <a:pt x="2838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4246513" y="1223963"/>
            <a:ext cx="3695700" cy="2305050"/>
          </a:xfrm>
          <a:custGeom>
            <a:avLst/>
            <a:gdLst/>
            <a:ahLst/>
            <a:cxnLst/>
            <a:rect l="l" t="t" r="r" b="b"/>
            <a:pathLst>
              <a:path w="3695700" h="2305050">
                <a:moveTo>
                  <a:pt x="114307" y="0"/>
                </a:moveTo>
                <a:lnTo>
                  <a:pt x="3581393" y="0"/>
                </a:lnTo>
                <a:cubicBezTo>
                  <a:pt x="3644523" y="0"/>
                  <a:pt x="3695700" y="51177"/>
                  <a:pt x="3695700" y="114307"/>
                </a:cubicBezTo>
                <a:lnTo>
                  <a:pt x="3695700" y="2190743"/>
                </a:lnTo>
                <a:cubicBezTo>
                  <a:pt x="3695700" y="2253873"/>
                  <a:pt x="3644523" y="2305050"/>
                  <a:pt x="3581393" y="2305050"/>
                </a:cubicBezTo>
                <a:lnTo>
                  <a:pt x="114307" y="2305050"/>
                </a:lnTo>
                <a:cubicBezTo>
                  <a:pt x="51177" y="2305050"/>
                  <a:pt x="0" y="2253873"/>
                  <a:pt x="0" y="21907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367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10832" y="1485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610" y="128654"/>
                </a:moveTo>
                <a:cubicBezTo>
                  <a:pt x="126210" y="115796"/>
                  <a:pt x="112313" y="107156"/>
                  <a:pt x="96441" y="107156"/>
                </a:cubicBezTo>
                <a:lnTo>
                  <a:pt x="75009" y="107156"/>
                </a:lnTo>
                <a:cubicBezTo>
                  <a:pt x="59137" y="107156"/>
                  <a:pt x="45240" y="115796"/>
                  <a:pt x="37840" y="128654"/>
                </a:cubicBezTo>
                <a:cubicBezTo>
                  <a:pt x="49627" y="141781"/>
                  <a:pt x="66705" y="150019"/>
                  <a:pt x="85725" y="150019"/>
                </a:cubicBezTo>
                <a:cubicBezTo>
                  <a:pt x="104745" y="150019"/>
                  <a:pt x="121823" y="141748"/>
                  <a:pt x="133610" y="128654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91083"/>
                </a:moveTo>
                <a:cubicBezTo>
                  <a:pt x="99032" y="91083"/>
                  <a:pt x="109835" y="80279"/>
                  <a:pt x="109835" y="66973"/>
                </a:cubicBezTo>
                <a:cubicBezTo>
                  <a:pt x="109835" y="53666"/>
                  <a:pt x="99032" y="42863"/>
                  <a:pt x="85725" y="42863"/>
                </a:cubicBezTo>
                <a:cubicBezTo>
                  <a:pt x="72418" y="42863"/>
                  <a:pt x="61615" y="53666"/>
                  <a:pt x="61615" y="66973"/>
                </a:cubicBezTo>
                <a:cubicBezTo>
                  <a:pt x="61615" y="80279"/>
                  <a:pt x="72418" y="91083"/>
                  <a:pt x="85725" y="9108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98975" y="143827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Redesign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12471" y="1419225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152400" y="0"/>
                </a:moveTo>
                <a:lnTo>
                  <a:pt x="723900" y="0"/>
                </a:lnTo>
                <a:cubicBezTo>
                  <a:pt x="808012" y="0"/>
                  <a:pt x="876300" y="68288"/>
                  <a:pt x="876300" y="152400"/>
                </a:cubicBezTo>
                <a:lnTo>
                  <a:pt x="876300" y="152400"/>
                </a:lnTo>
                <a:cubicBezTo>
                  <a:pt x="876300" y="236512"/>
                  <a:pt x="808012" y="304800"/>
                  <a:pt x="7239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026771" y="1481138"/>
            <a:ext cx="7138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22725" y="1914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670375" y="1876425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3 design concepts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2725" y="221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670375" y="2181225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testing with 12 participants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2725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1912" y="14288"/>
                </a:moveTo>
                <a:cubicBezTo>
                  <a:pt x="61912" y="6402"/>
                  <a:pt x="68315" y="0"/>
                  <a:pt x="76200" y="0"/>
                </a:cubicBezTo>
                <a:cubicBezTo>
                  <a:pt x="84085" y="0"/>
                  <a:pt x="90488" y="6402"/>
                  <a:pt x="90488" y="14287"/>
                </a:cubicBezTo>
                <a:cubicBezTo>
                  <a:pt x="90488" y="22173"/>
                  <a:pt x="84085" y="28575"/>
                  <a:pt x="76200" y="28575"/>
                </a:cubicBezTo>
                <a:cubicBezTo>
                  <a:pt x="68315" y="28575"/>
                  <a:pt x="61912" y="22173"/>
                  <a:pt x="61912" y="14288"/>
                </a:cubicBezTo>
                <a:close/>
                <a:moveTo>
                  <a:pt x="61912" y="138113"/>
                </a:moveTo>
                <a:cubicBezTo>
                  <a:pt x="61912" y="130227"/>
                  <a:pt x="68315" y="123825"/>
                  <a:pt x="76200" y="123825"/>
                </a:cubicBezTo>
                <a:cubicBezTo>
                  <a:pt x="84085" y="123825"/>
                  <a:pt x="90488" y="130227"/>
                  <a:pt x="90488" y="138113"/>
                </a:cubicBezTo>
                <a:cubicBezTo>
                  <a:pt x="90488" y="145998"/>
                  <a:pt x="84085" y="152400"/>
                  <a:pt x="76200" y="152400"/>
                </a:cubicBezTo>
                <a:cubicBezTo>
                  <a:pt x="68315" y="152400"/>
                  <a:pt x="61912" y="145998"/>
                  <a:pt x="61912" y="138113"/>
                </a:cubicBezTo>
                <a:close/>
                <a:moveTo>
                  <a:pt x="14288" y="61912"/>
                </a:moveTo>
                <a:cubicBezTo>
                  <a:pt x="22173" y="61912"/>
                  <a:pt x="28575" y="68315"/>
                  <a:pt x="28575" y="76200"/>
                </a:cubicBezTo>
                <a:cubicBezTo>
                  <a:pt x="28575" y="84085"/>
                  <a:pt x="22173" y="90488"/>
                  <a:pt x="14288" y="90488"/>
                </a:cubicBezTo>
                <a:cubicBezTo>
                  <a:pt x="6402" y="90488"/>
                  <a:pt x="0" y="84085"/>
                  <a:pt x="0" y="76200"/>
                </a:cubicBezTo>
                <a:cubicBezTo>
                  <a:pt x="0" y="68315"/>
                  <a:pt x="6402" y="61912"/>
                  <a:pt x="14287" y="61912"/>
                </a:cubicBezTo>
                <a:close/>
                <a:moveTo>
                  <a:pt x="123825" y="76200"/>
                </a:moveTo>
                <a:cubicBezTo>
                  <a:pt x="123825" y="68315"/>
                  <a:pt x="130227" y="61912"/>
                  <a:pt x="138113" y="61912"/>
                </a:cubicBezTo>
                <a:cubicBezTo>
                  <a:pt x="145998" y="61912"/>
                  <a:pt x="152400" y="68315"/>
                  <a:pt x="152400" y="76200"/>
                </a:cubicBezTo>
                <a:cubicBezTo>
                  <a:pt x="152400" y="84085"/>
                  <a:pt x="145998" y="90488"/>
                  <a:pt x="138113" y="90488"/>
                </a:cubicBezTo>
                <a:cubicBezTo>
                  <a:pt x="130227" y="90488"/>
                  <a:pt x="123825" y="84085"/>
                  <a:pt x="123825" y="76200"/>
                </a:cubicBezTo>
                <a:close/>
                <a:moveTo>
                  <a:pt x="22324" y="109865"/>
                </a:moveTo>
                <a:cubicBezTo>
                  <a:pt x="27902" y="104288"/>
                  <a:pt x="36958" y="104288"/>
                  <a:pt x="42535" y="109865"/>
                </a:cubicBezTo>
                <a:cubicBezTo>
                  <a:pt x="48112" y="115442"/>
                  <a:pt x="48112" y="124498"/>
                  <a:pt x="42535" y="130076"/>
                </a:cubicBezTo>
                <a:cubicBezTo>
                  <a:pt x="36958" y="135653"/>
                  <a:pt x="27902" y="135653"/>
                  <a:pt x="22324" y="130076"/>
                </a:cubicBezTo>
                <a:cubicBezTo>
                  <a:pt x="16747" y="124498"/>
                  <a:pt x="16747" y="115442"/>
                  <a:pt x="22324" y="109865"/>
                </a:cubicBezTo>
                <a:close/>
                <a:moveTo>
                  <a:pt x="22324" y="22324"/>
                </a:moveTo>
                <a:cubicBezTo>
                  <a:pt x="27902" y="16747"/>
                  <a:pt x="36958" y="16747"/>
                  <a:pt x="42535" y="22324"/>
                </a:cubicBezTo>
                <a:cubicBezTo>
                  <a:pt x="48112" y="27902"/>
                  <a:pt x="48112" y="36958"/>
                  <a:pt x="42535" y="42535"/>
                </a:cubicBezTo>
                <a:cubicBezTo>
                  <a:pt x="36958" y="48112"/>
                  <a:pt x="27902" y="48112"/>
                  <a:pt x="22324" y="42535"/>
                </a:cubicBezTo>
                <a:cubicBezTo>
                  <a:pt x="16747" y="36958"/>
                  <a:pt x="16747" y="27902"/>
                  <a:pt x="22324" y="22324"/>
                </a:cubicBezTo>
                <a:close/>
                <a:moveTo>
                  <a:pt x="130076" y="109865"/>
                </a:moveTo>
                <a:cubicBezTo>
                  <a:pt x="135657" y="115446"/>
                  <a:pt x="135657" y="124495"/>
                  <a:pt x="130076" y="130076"/>
                </a:cubicBezTo>
                <a:cubicBezTo>
                  <a:pt x="124495" y="135657"/>
                  <a:pt x="115446" y="135657"/>
                  <a:pt x="109865" y="130076"/>
                </a:cubicBezTo>
                <a:cubicBezTo>
                  <a:pt x="104284" y="124495"/>
                  <a:pt x="104284" y="115446"/>
                  <a:pt x="109865" y="109865"/>
                </a:cubicBezTo>
                <a:cubicBezTo>
                  <a:pt x="115446" y="104284"/>
                  <a:pt x="124495" y="104284"/>
                  <a:pt x="130076" y="10986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2" name="Text 30"/>
          <p:cNvSpPr/>
          <p:nvPr/>
        </p:nvSpPr>
        <p:spPr>
          <a:xfrm>
            <a:off x="4670375" y="2486025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decision meeting (Thu)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3675" y="2833688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03675" y="297180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40364" y="2952750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03675" y="3295650"/>
            <a:ext cx="3381375" cy="76200"/>
          </a:xfrm>
          <a:custGeom>
            <a:avLst/>
            <a:gdLst/>
            <a:ahLst/>
            <a:cxnLst/>
            <a:rect l="l" t="t" r="r" b="b"/>
            <a:pathLst>
              <a:path w="3381375" h="76200">
                <a:moveTo>
                  <a:pt x="38100" y="0"/>
                </a:moveTo>
                <a:lnTo>
                  <a:pt x="3343275" y="0"/>
                </a:lnTo>
                <a:cubicBezTo>
                  <a:pt x="3364303" y="0"/>
                  <a:pt x="3381375" y="17072"/>
                  <a:pt x="3381375" y="38100"/>
                </a:cubicBezTo>
                <a:lnTo>
                  <a:pt x="3381375" y="38100"/>
                </a:lnTo>
                <a:cubicBezTo>
                  <a:pt x="3381375" y="59128"/>
                  <a:pt x="3364303" y="76200"/>
                  <a:pt x="3343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03675" y="3295650"/>
            <a:ext cx="3048000" cy="76200"/>
          </a:xfrm>
          <a:custGeom>
            <a:avLst/>
            <a:gdLst/>
            <a:ahLst/>
            <a:cxnLst/>
            <a:rect l="l" t="t" r="r" b="b"/>
            <a:pathLst>
              <a:path w="3048000" h="76200">
                <a:moveTo>
                  <a:pt x="38100" y="0"/>
                </a:moveTo>
                <a:lnTo>
                  <a:pt x="3009900" y="0"/>
                </a:lnTo>
                <a:cubicBezTo>
                  <a:pt x="3030928" y="0"/>
                  <a:pt x="3048000" y="17072"/>
                  <a:pt x="3048000" y="38100"/>
                </a:cubicBezTo>
                <a:lnTo>
                  <a:pt x="3048000" y="38100"/>
                </a:lnTo>
                <a:cubicBezTo>
                  <a:pt x="3048000" y="59128"/>
                  <a:pt x="3030928" y="76200"/>
                  <a:pt x="3009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7338" y="1223963"/>
            <a:ext cx="3695700" cy="2305050"/>
          </a:xfrm>
          <a:custGeom>
            <a:avLst/>
            <a:gdLst/>
            <a:ahLst/>
            <a:cxnLst/>
            <a:rect l="l" t="t" r="r" b="b"/>
            <a:pathLst>
              <a:path w="3695700" h="2305050">
                <a:moveTo>
                  <a:pt x="114307" y="0"/>
                </a:moveTo>
                <a:lnTo>
                  <a:pt x="3581393" y="0"/>
                </a:lnTo>
                <a:cubicBezTo>
                  <a:pt x="3644523" y="0"/>
                  <a:pt x="3695700" y="51177"/>
                  <a:pt x="3695700" y="114307"/>
                </a:cubicBezTo>
                <a:lnTo>
                  <a:pt x="3695700" y="2190743"/>
                </a:lnTo>
                <a:cubicBezTo>
                  <a:pt x="3695700" y="2253873"/>
                  <a:pt x="3644523" y="2305050"/>
                  <a:pt x="3581393" y="2305050"/>
                </a:cubicBezTo>
                <a:lnTo>
                  <a:pt x="114307" y="2305050"/>
                </a:lnTo>
                <a:cubicBezTo>
                  <a:pt x="51177" y="2305050"/>
                  <a:pt x="0" y="2253873"/>
                  <a:pt x="0" y="21907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64500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60941" y="14859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1" name="Text 39"/>
          <p:cNvSpPr/>
          <p:nvPr/>
        </p:nvSpPr>
        <p:spPr>
          <a:xfrm>
            <a:off x="8759800" y="143827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7 Deliverables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944076" y="1419225"/>
            <a:ext cx="704850" cy="304800"/>
          </a:xfrm>
          <a:custGeom>
            <a:avLst/>
            <a:gdLst/>
            <a:ahLst/>
            <a:cxnLst/>
            <a:rect l="l" t="t" r="r" b="b"/>
            <a:pathLst>
              <a:path w="704850" h="304800">
                <a:moveTo>
                  <a:pt x="152400" y="0"/>
                </a:moveTo>
                <a:lnTo>
                  <a:pt x="552450" y="0"/>
                </a:lnTo>
                <a:cubicBezTo>
                  <a:pt x="636562" y="0"/>
                  <a:pt x="704850" y="68288"/>
                  <a:pt x="704850" y="152400"/>
                </a:cubicBezTo>
                <a:lnTo>
                  <a:pt x="704850" y="152400"/>
                </a:lnTo>
                <a:cubicBezTo>
                  <a:pt x="704850" y="236512"/>
                  <a:pt x="636562" y="304800"/>
                  <a:pt x="5524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058376" y="1481138"/>
            <a:ext cx="5430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RISK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83550" y="1914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5" name="Text 43"/>
          <p:cNvSpPr/>
          <p:nvPr/>
        </p:nvSpPr>
        <p:spPr>
          <a:xfrm>
            <a:off x="8531200" y="187642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performance improvements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3550" y="221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47" name="Text 45"/>
          <p:cNvSpPr/>
          <p:nvPr/>
        </p:nvSpPr>
        <p:spPr>
          <a:xfrm>
            <a:off x="8531200" y="2181225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analytics module (delayed)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3550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1912" y="14288"/>
                </a:moveTo>
                <a:cubicBezTo>
                  <a:pt x="61912" y="6402"/>
                  <a:pt x="68315" y="0"/>
                  <a:pt x="76200" y="0"/>
                </a:cubicBezTo>
                <a:cubicBezTo>
                  <a:pt x="84085" y="0"/>
                  <a:pt x="90488" y="6402"/>
                  <a:pt x="90488" y="14287"/>
                </a:cubicBezTo>
                <a:cubicBezTo>
                  <a:pt x="90488" y="22173"/>
                  <a:pt x="84085" y="28575"/>
                  <a:pt x="76200" y="28575"/>
                </a:cubicBezTo>
                <a:cubicBezTo>
                  <a:pt x="68315" y="28575"/>
                  <a:pt x="61912" y="22173"/>
                  <a:pt x="61912" y="14288"/>
                </a:cubicBezTo>
                <a:close/>
                <a:moveTo>
                  <a:pt x="61912" y="138113"/>
                </a:moveTo>
                <a:cubicBezTo>
                  <a:pt x="61912" y="130227"/>
                  <a:pt x="68315" y="123825"/>
                  <a:pt x="76200" y="123825"/>
                </a:cubicBezTo>
                <a:cubicBezTo>
                  <a:pt x="84085" y="123825"/>
                  <a:pt x="90488" y="130227"/>
                  <a:pt x="90488" y="138113"/>
                </a:cubicBezTo>
                <a:cubicBezTo>
                  <a:pt x="90488" y="145998"/>
                  <a:pt x="84085" y="152400"/>
                  <a:pt x="76200" y="152400"/>
                </a:cubicBezTo>
                <a:cubicBezTo>
                  <a:pt x="68315" y="152400"/>
                  <a:pt x="61912" y="145998"/>
                  <a:pt x="61912" y="138113"/>
                </a:cubicBezTo>
                <a:close/>
                <a:moveTo>
                  <a:pt x="14288" y="61912"/>
                </a:moveTo>
                <a:cubicBezTo>
                  <a:pt x="22173" y="61912"/>
                  <a:pt x="28575" y="68315"/>
                  <a:pt x="28575" y="76200"/>
                </a:cubicBezTo>
                <a:cubicBezTo>
                  <a:pt x="28575" y="84085"/>
                  <a:pt x="22173" y="90488"/>
                  <a:pt x="14288" y="90488"/>
                </a:cubicBezTo>
                <a:cubicBezTo>
                  <a:pt x="6402" y="90488"/>
                  <a:pt x="0" y="84085"/>
                  <a:pt x="0" y="76200"/>
                </a:cubicBezTo>
                <a:cubicBezTo>
                  <a:pt x="0" y="68315"/>
                  <a:pt x="6402" y="61912"/>
                  <a:pt x="14287" y="61912"/>
                </a:cubicBezTo>
                <a:close/>
                <a:moveTo>
                  <a:pt x="123825" y="76200"/>
                </a:moveTo>
                <a:cubicBezTo>
                  <a:pt x="123825" y="68315"/>
                  <a:pt x="130227" y="61912"/>
                  <a:pt x="138113" y="61912"/>
                </a:cubicBezTo>
                <a:cubicBezTo>
                  <a:pt x="145998" y="61912"/>
                  <a:pt x="152400" y="68315"/>
                  <a:pt x="152400" y="76200"/>
                </a:cubicBezTo>
                <a:cubicBezTo>
                  <a:pt x="152400" y="84085"/>
                  <a:pt x="145998" y="90488"/>
                  <a:pt x="138113" y="90488"/>
                </a:cubicBezTo>
                <a:cubicBezTo>
                  <a:pt x="130227" y="90488"/>
                  <a:pt x="123825" y="84085"/>
                  <a:pt x="123825" y="76200"/>
                </a:cubicBezTo>
                <a:close/>
                <a:moveTo>
                  <a:pt x="22324" y="109865"/>
                </a:moveTo>
                <a:cubicBezTo>
                  <a:pt x="27902" y="104288"/>
                  <a:pt x="36958" y="104288"/>
                  <a:pt x="42535" y="109865"/>
                </a:cubicBezTo>
                <a:cubicBezTo>
                  <a:pt x="48112" y="115442"/>
                  <a:pt x="48112" y="124498"/>
                  <a:pt x="42535" y="130076"/>
                </a:cubicBezTo>
                <a:cubicBezTo>
                  <a:pt x="36958" y="135653"/>
                  <a:pt x="27902" y="135653"/>
                  <a:pt x="22324" y="130076"/>
                </a:cubicBezTo>
                <a:cubicBezTo>
                  <a:pt x="16747" y="124498"/>
                  <a:pt x="16747" y="115442"/>
                  <a:pt x="22324" y="109865"/>
                </a:cubicBezTo>
                <a:close/>
                <a:moveTo>
                  <a:pt x="22324" y="22324"/>
                </a:moveTo>
                <a:cubicBezTo>
                  <a:pt x="27902" y="16747"/>
                  <a:pt x="36958" y="16747"/>
                  <a:pt x="42535" y="22324"/>
                </a:cubicBezTo>
                <a:cubicBezTo>
                  <a:pt x="48112" y="27902"/>
                  <a:pt x="48112" y="36958"/>
                  <a:pt x="42535" y="42535"/>
                </a:cubicBezTo>
                <a:cubicBezTo>
                  <a:pt x="36958" y="48112"/>
                  <a:pt x="27902" y="48112"/>
                  <a:pt x="22324" y="42535"/>
                </a:cubicBezTo>
                <a:cubicBezTo>
                  <a:pt x="16747" y="36958"/>
                  <a:pt x="16747" y="27902"/>
                  <a:pt x="22324" y="22324"/>
                </a:cubicBezTo>
                <a:close/>
                <a:moveTo>
                  <a:pt x="130076" y="109865"/>
                </a:moveTo>
                <a:cubicBezTo>
                  <a:pt x="135657" y="115446"/>
                  <a:pt x="135657" y="124495"/>
                  <a:pt x="130076" y="130076"/>
                </a:cubicBezTo>
                <a:cubicBezTo>
                  <a:pt x="124495" y="135657"/>
                  <a:pt x="115446" y="135657"/>
                  <a:pt x="109865" y="130076"/>
                </a:cubicBezTo>
                <a:cubicBezTo>
                  <a:pt x="104284" y="124495"/>
                  <a:pt x="104284" y="115446"/>
                  <a:pt x="109865" y="109865"/>
                </a:cubicBezTo>
                <a:cubicBezTo>
                  <a:pt x="115446" y="104284"/>
                  <a:pt x="124495" y="104284"/>
                  <a:pt x="130076" y="10986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9" name="Text 47"/>
          <p:cNvSpPr/>
          <p:nvPr/>
        </p:nvSpPr>
        <p:spPr>
          <a:xfrm>
            <a:off x="8531200" y="24860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testing in progress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4500" y="2833688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64500" y="297180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15923" y="2952750"/>
            <a:ext cx="41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4500" y="3295650"/>
            <a:ext cx="3381375" cy="76200"/>
          </a:xfrm>
          <a:custGeom>
            <a:avLst/>
            <a:gdLst/>
            <a:ahLst/>
            <a:cxnLst/>
            <a:rect l="l" t="t" r="r" b="b"/>
            <a:pathLst>
              <a:path w="3381375" h="76200">
                <a:moveTo>
                  <a:pt x="38100" y="0"/>
                </a:moveTo>
                <a:lnTo>
                  <a:pt x="3343275" y="0"/>
                </a:lnTo>
                <a:cubicBezTo>
                  <a:pt x="3364303" y="0"/>
                  <a:pt x="3381375" y="17072"/>
                  <a:pt x="3381375" y="38100"/>
                </a:cubicBezTo>
                <a:lnTo>
                  <a:pt x="3381375" y="38100"/>
                </a:lnTo>
                <a:cubicBezTo>
                  <a:pt x="3381375" y="59128"/>
                  <a:pt x="3364303" y="76200"/>
                  <a:pt x="3343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00" y="3295650"/>
            <a:ext cx="2371725" cy="76200"/>
          </a:xfrm>
          <a:custGeom>
            <a:avLst/>
            <a:gdLst/>
            <a:ahLst/>
            <a:cxnLst/>
            <a:rect l="l" t="t" r="r" b="b"/>
            <a:pathLst>
              <a:path w="2371725" h="76200">
                <a:moveTo>
                  <a:pt x="38100" y="0"/>
                </a:moveTo>
                <a:lnTo>
                  <a:pt x="2333625" y="0"/>
                </a:lnTo>
                <a:cubicBezTo>
                  <a:pt x="2354653" y="0"/>
                  <a:pt x="2371725" y="17072"/>
                  <a:pt x="2371725" y="38100"/>
                </a:cubicBezTo>
                <a:lnTo>
                  <a:pt x="2371725" y="38100"/>
                </a:lnTo>
                <a:cubicBezTo>
                  <a:pt x="2371725" y="59128"/>
                  <a:pt x="2354653" y="76200"/>
                  <a:pt x="2333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55" name="Shape 53"/>
          <p:cNvSpPr/>
          <p:nvPr/>
        </p:nvSpPr>
        <p:spPr>
          <a:xfrm>
            <a:off x="385763" y="3690937"/>
            <a:ext cx="5629275" cy="2447925"/>
          </a:xfrm>
          <a:custGeom>
            <a:avLst/>
            <a:gdLst/>
            <a:ahLst/>
            <a:cxnLst/>
            <a:rect l="l" t="t" r="r" b="b"/>
            <a:pathLst>
              <a:path w="5629275" h="24479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2333631"/>
                </a:lnTo>
                <a:cubicBezTo>
                  <a:pt x="5629275" y="2396754"/>
                  <a:pt x="5578104" y="2447925"/>
                  <a:pt x="5514981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738" y="3895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38481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Blockers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47688" y="4233863"/>
            <a:ext cx="5305425" cy="695325"/>
          </a:xfrm>
          <a:custGeom>
            <a:avLst/>
            <a:gdLst/>
            <a:ahLst/>
            <a:cxnLst/>
            <a:rect l="l" t="t" r="r" b="b"/>
            <a:pathLst>
              <a:path w="5305425" h="695325">
                <a:moveTo>
                  <a:pt x="76201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619124"/>
                </a:lnTo>
                <a:cubicBezTo>
                  <a:pt x="5305425" y="661209"/>
                  <a:pt x="5271309" y="695325"/>
                  <a:pt x="52292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6750" y="4352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92435" y="441007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85850" y="4352925"/>
            <a:ext cx="3838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Module Delay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85850" y="4581525"/>
            <a:ext cx="3838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on data team schema changes - ETA Friday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47688" y="5014913"/>
            <a:ext cx="5305425" cy="695325"/>
          </a:xfrm>
          <a:custGeom>
            <a:avLst/>
            <a:gdLst/>
            <a:ahLst/>
            <a:cxnLst/>
            <a:rect l="l" t="t" r="r" b="b"/>
            <a:pathLst>
              <a:path w="5305425" h="695325">
                <a:moveTo>
                  <a:pt x="76201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619124"/>
                </a:lnTo>
                <a:cubicBezTo>
                  <a:pt x="5305425" y="661209"/>
                  <a:pt x="5271309" y="695325"/>
                  <a:pt x="52292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6750" y="5133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80380" y="51911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85850" y="5133975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Review Pending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85850" y="5362575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Awaiting VP Product approval on user center direction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76963" y="3690937"/>
            <a:ext cx="5629275" cy="2447925"/>
          </a:xfrm>
          <a:custGeom>
            <a:avLst/>
            <a:gdLst/>
            <a:ahLst/>
            <a:cxnLst/>
            <a:rect l="l" t="t" r="r" b="b"/>
            <a:pathLst>
              <a:path w="5629275" h="24479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2333631"/>
                </a:lnTo>
                <a:cubicBezTo>
                  <a:pt x="5629275" y="2396754"/>
                  <a:pt x="5578104" y="2447925"/>
                  <a:pt x="5514981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57938" y="3895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0" name="Text 68"/>
          <p:cNvSpPr/>
          <p:nvPr/>
        </p:nvSpPr>
        <p:spPr>
          <a:xfrm>
            <a:off x="6553200" y="38481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34125" y="4229100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48425" y="438150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Completed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184285" y="4343400"/>
            <a:ext cx="466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5/6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34125" y="4838700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448425" y="49911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078245" y="49530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83%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334125" y="5448300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448425" y="56007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Blockers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401946" y="556260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DASHBOARD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Business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Week-over-week performance tracking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2733675" cy="1647825"/>
          </a:xfrm>
          <a:custGeom>
            <a:avLst/>
            <a:gdLst/>
            <a:ahLst/>
            <a:cxnLst/>
            <a:rect l="l" t="t" r="r" b="b"/>
            <a:pathLst>
              <a:path w="2733675" h="16478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1533532"/>
                </a:lnTo>
                <a:cubicBezTo>
                  <a:pt x="2733675" y="1596612"/>
                  <a:pt x="2682462" y="1647825"/>
                  <a:pt x="26193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7430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2210916" y="1724025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133350" y="0"/>
                </a:moveTo>
                <a:lnTo>
                  <a:pt x="619125" y="0"/>
                </a:lnTo>
                <a:cubicBezTo>
                  <a:pt x="692723" y="0"/>
                  <a:pt x="752475" y="59752"/>
                  <a:pt x="752475" y="133350"/>
                </a:cubicBezTo>
                <a:lnTo>
                  <a:pt x="752475" y="133350"/>
                </a:lnTo>
                <a:cubicBezTo>
                  <a:pt x="752475" y="206948"/>
                  <a:pt x="692723" y="266700"/>
                  <a:pt x="619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315691" y="18002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47908" y="3884"/>
                </a:moveTo>
                <a:cubicBezTo>
                  <a:pt x="45117" y="1094"/>
                  <a:pt x="40585" y="1094"/>
                  <a:pt x="37795" y="3884"/>
                </a:cubicBezTo>
                <a:lnTo>
                  <a:pt x="2076" y="39603"/>
                </a:lnTo>
                <a:cubicBezTo>
                  <a:pt x="-714" y="42394"/>
                  <a:pt x="-714" y="46926"/>
                  <a:pt x="2076" y="49716"/>
                </a:cubicBezTo>
                <a:cubicBezTo>
                  <a:pt x="4867" y="52507"/>
                  <a:pt x="9398" y="52507"/>
                  <a:pt x="12189" y="49716"/>
                </a:cubicBezTo>
                <a:lnTo>
                  <a:pt x="35719" y="26186"/>
                </a:lnTo>
                <a:lnTo>
                  <a:pt x="35719" y="108942"/>
                </a:lnTo>
                <a:cubicBezTo>
                  <a:pt x="35719" y="112894"/>
                  <a:pt x="38911" y="116086"/>
                  <a:pt x="42863" y="116086"/>
                </a:cubicBezTo>
                <a:cubicBezTo>
                  <a:pt x="46814" y="116086"/>
                  <a:pt x="50006" y="112894"/>
                  <a:pt x="50006" y="108942"/>
                </a:cubicBezTo>
                <a:lnTo>
                  <a:pt x="50006" y="26186"/>
                </a:lnTo>
                <a:lnTo>
                  <a:pt x="73536" y="49716"/>
                </a:lnTo>
                <a:cubicBezTo>
                  <a:pt x="76327" y="52507"/>
                  <a:pt x="80858" y="52507"/>
                  <a:pt x="83649" y="49716"/>
                </a:cubicBezTo>
                <a:cubicBezTo>
                  <a:pt x="86439" y="46926"/>
                  <a:pt x="86439" y="42394"/>
                  <a:pt x="83649" y="39603"/>
                </a:cubicBezTo>
                <a:lnTo>
                  <a:pt x="47930" y="3884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2468091" y="1762125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+12.5%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21050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Active 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37172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48.2K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28289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42.8K last week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1363" y="1566863"/>
            <a:ext cx="2733675" cy="1647825"/>
          </a:xfrm>
          <a:custGeom>
            <a:avLst/>
            <a:gdLst/>
            <a:ahLst/>
            <a:cxnLst/>
            <a:rect l="l" t="t" r="r" b="b"/>
            <a:pathLst>
              <a:path w="2733675" h="16478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1533532"/>
                </a:lnTo>
                <a:cubicBezTo>
                  <a:pt x="2733675" y="1596612"/>
                  <a:pt x="2682462" y="1647825"/>
                  <a:pt x="26193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8525" y="17430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3620" y="1724025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133350" y="0"/>
                </a:moveTo>
                <a:lnTo>
                  <a:pt x="571500" y="0"/>
                </a:lnTo>
                <a:cubicBezTo>
                  <a:pt x="645098" y="0"/>
                  <a:pt x="704850" y="59752"/>
                  <a:pt x="704850" y="133350"/>
                </a:cubicBezTo>
                <a:lnTo>
                  <a:pt x="704850" y="133350"/>
                </a:lnTo>
                <a:cubicBezTo>
                  <a:pt x="704850" y="206948"/>
                  <a:pt x="645098" y="266700"/>
                  <a:pt x="5715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58395" y="18002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47908" y="3884"/>
                </a:moveTo>
                <a:cubicBezTo>
                  <a:pt x="45117" y="1094"/>
                  <a:pt x="40585" y="1094"/>
                  <a:pt x="37795" y="3884"/>
                </a:cubicBezTo>
                <a:lnTo>
                  <a:pt x="2076" y="39603"/>
                </a:lnTo>
                <a:cubicBezTo>
                  <a:pt x="-714" y="42394"/>
                  <a:pt x="-714" y="46926"/>
                  <a:pt x="2076" y="49716"/>
                </a:cubicBezTo>
                <a:cubicBezTo>
                  <a:pt x="4867" y="52507"/>
                  <a:pt x="9398" y="52507"/>
                  <a:pt x="12189" y="49716"/>
                </a:cubicBezTo>
                <a:lnTo>
                  <a:pt x="35719" y="26186"/>
                </a:lnTo>
                <a:lnTo>
                  <a:pt x="35719" y="108942"/>
                </a:lnTo>
                <a:cubicBezTo>
                  <a:pt x="35719" y="112894"/>
                  <a:pt x="38911" y="116086"/>
                  <a:pt x="42863" y="116086"/>
                </a:cubicBezTo>
                <a:cubicBezTo>
                  <a:pt x="46814" y="116086"/>
                  <a:pt x="50006" y="112894"/>
                  <a:pt x="50006" y="108942"/>
                </a:cubicBezTo>
                <a:lnTo>
                  <a:pt x="50006" y="26186"/>
                </a:lnTo>
                <a:lnTo>
                  <a:pt x="73536" y="49716"/>
                </a:lnTo>
                <a:cubicBezTo>
                  <a:pt x="76327" y="52507"/>
                  <a:pt x="80858" y="52507"/>
                  <a:pt x="83649" y="49716"/>
                </a:cubicBezTo>
                <a:cubicBezTo>
                  <a:pt x="86439" y="46926"/>
                  <a:pt x="86439" y="42394"/>
                  <a:pt x="83649" y="39603"/>
                </a:cubicBezTo>
                <a:lnTo>
                  <a:pt x="47930" y="3884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10795" y="1762125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+8.3%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38525" y="21050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38525" y="237172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4.2%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38525" y="28289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3.9% last week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963" y="1566863"/>
            <a:ext cx="2733675" cy="1647825"/>
          </a:xfrm>
          <a:custGeom>
            <a:avLst/>
            <a:gdLst/>
            <a:ahLst/>
            <a:cxnLst/>
            <a:rect l="l" t="t" r="r" b="b"/>
            <a:pathLst>
              <a:path w="2733675" h="16478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1533532"/>
                </a:lnTo>
                <a:cubicBezTo>
                  <a:pt x="2733675" y="1596612"/>
                  <a:pt x="2682462" y="1647825"/>
                  <a:pt x="26193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5563" y="1743075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002116" y="1724025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133350" y="0"/>
                </a:moveTo>
                <a:lnTo>
                  <a:pt x="619125" y="0"/>
                </a:lnTo>
                <a:cubicBezTo>
                  <a:pt x="692723" y="0"/>
                  <a:pt x="752475" y="59752"/>
                  <a:pt x="752475" y="133350"/>
                </a:cubicBezTo>
                <a:lnTo>
                  <a:pt x="752475" y="133350"/>
                </a:lnTo>
                <a:cubicBezTo>
                  <a:pt x="752475" y="206948"/>
                  <a:pt x="692723" y="266700"/>
                  <a:pt x="619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06891" y="18002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47908" y="3884"/>
                </a:moveTo>
                <a:cubicBezTo>
                  <a:pt x="45117" y="1094"/>
                  <a:pt x="40585" y="1094"/>
                  <a:pt x="37795" y="3884"/>
                </a:cubicBezTo>
                <a:lnTo>
                  <a:pt x="2076" y="39603"/>
                </a:lnTo>
                <a:cubicBezTo>
                  <a:pt x="-714" y="42394"/>
                  <a:pt x="-714" y="46926"/>
                  <a:pt x="2076" y="49716"/>
                </a:cubicBezTo>
                <a:cubicBezTo>
                  <a:pt x="4867" y="52507"/>
                  <a:pt x="9398" y="52507"/>
                  <a:pt x="12189" y="49716"/>
                </a:cubicBezTo>
                <a:lnTo>
                  <a:pt x="35719" y="26186"/>
                </a:lnTo>
                <a:lnTo>
                  <a:pt x="35719" y="108942"/>
                </a:lnTo>
                <a:cubicBezTo>
                  <a:pt x="35719" y="112894"/>
                  <a:pt x="38911" y="116086"/>
                  <a:pt x="42863" y="116086"/>
                </a:cubicBezTo>
                <a:cubicBezTo>
                  <a:pt x="46814" y="116086"/>
                  <a:pt x="50006" y="112894"/>
                  <a:pt x="50006" y="108942"/>
                </a:cubicBezTo>
                <a:lnTo>
                  <a:pt x="50006" y="26186"/>
                </a:lnTo>
                <a:lnTo>
                  <a:pt x="73536" y="49716"/>
                </a:lnTo>
                <a:cubicBezTo>
                  <a:pt x="76327" y="52507"/>
                  <a:pt x="80858" y="52507"/>
                  <a:pt x="83649" y="49716"/>
                </a:cubicBezTo>
                <a:cubicBezTo>
                  <a:pt x="86439" y="46926"/>
                  <a:pt x="86439" y="42394"/>
                  <a:pt x="83649" y="39603"/>
                </a:cubicBezTo>
                <a:lnTo>
                  <a:pt x="47930" y="3884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5" name="Text 23"/>
          <p:cNvSpPr/>
          <p:nvPr/>
        </p:nvSpPr>
        <p:spPr>
          <a:xfrm>
            <a:off x="8259291" y="1762125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+15.2%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34125" y="21050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Revenue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4125" y="237172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$284K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34125" y="28289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$246K last week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72563" y="1566863"/>
            <a:ext cx="2733675" cy="1647825"/>
          </a:xfrm>
          <a:custGeom>
            <a:avLst/>
            <a:gdLst/>
            <a:ahLst/>
            <a:cxnLst/>
            <a:rect l="l" t="t" r="r" b="b"/>
            <a:pathLst>
              <a:path w="2733675" h="16478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1533532"/>
                </a:lnTo>
                <a:cubicBezTo>
                  <a:pt x="2733675" y="1596612"/>
                  <a:pt x="2682462" y="1647825"/>
                  <a:pt x="26193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58300" y="1743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95199" y="1724025"/>
            <a:ext cx="657225" cy="266700"/>
          </a:xfrm>
          <a:custGeom>
            <a:avLst/>
            <a:gdLst/>
            <a:ahLst/>
            <a:cxnLst/>
            <a:rect l="l" t="t" r="r" b="b"/>
            <a:pathLst>
              <a:path w="657225" h="266700">
                <a:moveTo>
                  <a:pt x="133350" y="0"/>
                </a:moveTo>
                <a:lnTo>
                  <a:pt x="523875" y="0"/>
                </a:lnTo>
                <a:cubicBezTo>
                  <a:pt x="597473" y="0"/>
                  <a:pt x="657225" y="59752"/>
                  <a:pt x="657225" y="133350"/>
                </a:cubicBezTo>
                <a:lnTo>
                  <a:pt x="657225" y="133350"/>
                </a:lnTo>
                <a:cubicBezTo>
                  <a:pt x="657225" y="206948"/>
                  <a:pt x="597473" y="266700"/>
                  <a:pt x="523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99974" y="18002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37817" y="112202"/>
                </a:moveTo>
                <a:cubicBezTo>
                  <a:pt x="40608" y="114992"/>
                  <a:pt x="45140" y="114992"/>
                  <a:pt x="47930" y="112202"/>
                </a:cubicBezTo>
                <a:lnTo>
                  <a:pt x="83649" y="76483"/>
                </a:lnTo>
                <a:cubicBezTo>
                  <a:pt x="86439" y="73692"/>
                  <a:pt x="86439" y="69160"/>
                  <a:pt x="83649" y="66370"/>
                </a:cubicBezTo>
                <a:cubicBezTo>
                  <a:pt x="80858" y="63579"/>
                  <a:pt x="76327" y="63579"/>
                  <a:pt x="73536" y="66370"/>
                </a:cubicBezTo>
                <a:lnTo>
                  <a:pt x="50006" y="89900"/>
                </a:lnTo>
                <a:lnTo>
                  <a:pt x="50006" y="7144"/>
                </a:lnTo>
                <a:cubicBezTo>
                  <a:pt x="50006" y="3192"/>
                  <a:pt x="46814" y="0"/>
                  <a:pt x="42863" y="0"/>
                </a:cubicBezTo>
                <a:cubicBezTo>
                  <a:pt x="38911" y="0"/>
                  <a:pt x="35719" y="3192"/>
                  <a:pt x="35719" y="7144"/>
                </a:cubicBezTo>
                <a:lnTo>
                  <a:pt x="35719" y="89900"/>
                </a:lnTo>
                <a:lnTo>
                  <a:pt x="12189" y="66370"/>
                </a:lnTo>
                <a:cubicBezTo>
                  <a:pt x="9398" y="63579"/>
                  <a:pt x="4867" y="63579"/>
                  <a:pt x="2076" y="66370"/>
                </a:cubicBezTo>
                <a:cubicBezTo>
                  <a:pt x="-714" y="69160"/>
                  <a:pt x="-714" y="73692"/>
                  <a:pt x="2076" y="76483"/>
                </a:cubicBezTo>
                <a:lnTo>
                  <a:pt x="37795" y="112202"/>
                </a:ln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252374" y="1762125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-2.1%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29725" y="21050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Session Duration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29725" y="237172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8.4m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29725" y="28289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8.6m last week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3376613"/>
            <a:ext cx="11420475" cy="3171825"/>
          </a:xfrm>
          <a:custGeom>
            <a:avLst/>
            <a:gdLst/>
            <a:ahLst/>
            <a:cxnLst/>
            <a:rect l="l" t="t" r="r" b="b"/>
            <a:pathLst>
              <a:path w="11420475" h="3171825">
                <a:moveTo>
                  <a:pt x="114313" y="0"/>
                </a:moveTo>
                <a:lnTo>
                  <a:pt x="11306162" y="0"/>
                </a:lnTo>
                <a:cubicBezTo>
                  <a:pt x="11369296" y="0"/>
                  <a:pt x="11420475" y="51179"/>
                  <a:pt x="11420475" y="114313"/>
                </a:cubicBezTo>
                <a:lnTo>
                  <a:pt x="11420475" y="3057512"/>
                </a:lnTo>
                <a:cubicBezTo>
                  <a:pt x="11420475" y="3120646"/>
                  <a:pt x="11369296" y="3171825"/>
                  <a:pt x="11306162" y="3171825"/>
                </a:cubicBezTo>
                <a:lnTo>
                  <a:pt x="114313" y="3171825"/>
                </a:lnTo>
                <a:cubicBezTo>
                  <a:pt x="51179" y="3171825"/>
                  <a:pt x="0" y="3120646"/>
                  <a:pt x="0" y="3057512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2925" y="3533775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Trend 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66833" y="3609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0" name="Text 38"/>
          <p:cNvSpPr/>
          <p:nvPr/>
        </p:nvSpPr>
        <p:spPr>
          <a:xfrm>
            <a:off x="9257333" y="3552825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WAU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769153" y="3609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2" name="Text 40"/>
          <p:cNvSpPr/>
          <p:nvPr/>
        </p:nvSpPr>
        <p:spPr>
          <a:xfrm>
            <a:off x="9959653" y="3552825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694566" y="3609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44" name="Text 42"/>
          <p:cNvSpPr/>
          <p:nvPr/>
        </p:nvSpPr>
        <p:spPr>
          <a:xfrm>
            <a:off x="10885066" y="35528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</a:t>
            </a:r>
            <a:endParaRPr lang="en-US" sz="1600" dirty="0"/>
          </a:p>
        </p:txBody>
      </p:sp>
      <p:pic>
        <p:nvPicPr>
          <p:cNvPr id="45" name="Image 0" descr="https://kimi-img.moonshot.cn/pub/slides/26-03-31-21:57:05-d75t5cfftae3hapv0df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3914775"/>
            <a:ext cx="11106150" cy="2476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Behavior &amp; Conversion Funnel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6791325" cy="5267325"/>
          </a:xfrm>
          <a:custGeom>
            <a:avLst/>
            <a:gdLst/>
            <a:ahLst/>
            <a:cxnLst/>
            <a:rect l="l" t="t" r="r" b="b"/>
            <a:pathLst>
              <a:path w="6791325" h="5267325">
                <a:moveTo>
                  <a:pt x="114301" y="0"/>
                </a:moveTo>
                <a:lnTo>
                  <a:pt x="6677024" y="0"/>
                </a:lnTo>
                <a:cubicBezTo>
                  <a:pt x="6740151" y="0"/>
                  <a:pt x="6791325" y="51174"/>
                  <a:pt x="6791325" y="114301"/>
                </a:cubicBezTo>
                <a:lnTo>
                  <a:pt x="6791325" y="5153024"/>
                </a:lnTo>
                <a:cubicBezTo>
                  <a:pt x="6791325" y="5216151"/>
                  <a:pt x="6740151" y="5267325"/>
                  <a:pt x="6677024" y="5267325"/>
                </a:cubicBezTo>
                <a:lnTo>
                  <a:pt x="114301" y="5267325"/>
                </a:lnTo>
                <a:cubicBezTo>
                  <a:pt x="51174" y="5267325"/>
                  <a:pt x="0" y="5216151"/>
                  <a:pt x="0" y="51530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381125"/>
            <a:ext cx="657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Funnel Analysis</a:t>
            </a:r>
            <a:endParaRPr lang="en-US" sz="1600" dirty="0"/>
          </a:p>
        </p:txBody>
      </p:sp>
      <p:pic>
        <p:nvPicPr>
          <p:cNvPr id="6" name="Image 0" descr="https://kimi-img.moonshot.cn/pub/slides/26-03-31-21:57:05-d75t5c8v0251s8q3n56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1762125"/>
            <a:ext cx="6477000" cy="45720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335143" y="1223963"/>
            <a:ext cx="4467225" cy="3190875"/>
          </a:xfrm>
          <a:custGeom>
            <a:avLst/>
            <a:gdLst/>
            <a:ahLst/>
            <a:cxnLst/>
            <a:rect l="l" t="t" r="r" b="b"/>
            <a:pathLst>
              <a:path w="4467225" h="3190875">
                <a:moveTo>
                  <a:pt x="114297" y="0"/>
                </a:moveTo>
                <a:lnTo>
                  <a:pt x="4352928" y="0"/>
                </a:lnTo>
                <a:cubicBezTo>
                  <a:pt x="4416010" y="0"/>
                  <a:pt x="4467225" y="51215"/>
                  <a:pt x="4467225" y="114297"/>
                </a:cubicBezTo>
                <a:lnTo>
                  <a:pt x="4467225" y="3076578"/>
                </a:lnTo>
                <a:cubicBezTo>
                  <a:pt x="4467225" y="3139660"/>
                  <a:pt x="4416010" y="3190875"/>
                  <a:pt x="4352928" y="3190875"/>
                </a:cubicBezTo>
                <a:lnTo>
                  <a:pt x="114297" y="3190875"/>
                </a:lnTo>
                <a:cubicBezTo>
                  <a:pt x="51215" y="3190875"/>
                  <a:pt x="0" y="3139660"/>
                  <a:pt x="0" y="30765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2305" y="13811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Drop-off Points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7068" y="1766888"/>
            <a:ext cx="4143375" cy="771525"/>
          </a:xfrm>
          <a:custGeom>
            <a:avLst/>
            <a:gdLst/>
            <a:ahLst/>
            <a:cxnLst/>
            <a:rect l="l" t="t" r="r" b="b"/>
            <a:pathLst>
              <a:path w="4143375" h="771525">
                <a:moveTo>
                  <a:pt x="76204" y="0"/>
                </a:moveTo>
                <a:lnTo>
                  <a:pt x="4067171" y="0"/>
                </a:lnTo>
                <a:cubicBezTo>
                  <a:pt x="4109258" y="0"/>
                  <a:pt x="4143375" y="34117"/>
                  <a:pt x="4143375" y="76204"/>
                </a:cubicBezTo>
                <a:lnTo>
                  <a:pt x="4143375" y="695321"/>
                </a:lnTo>
                <a:cubicBezTo>
                  <a:pt x="4143375" y="737408"/>
                  <a:pt x="4109258" y="771525"/>
                  <a:pt x="40671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16130" y="19050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Page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70431" y="1885950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-28%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16130" y="219075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abandon at payment step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97068" y="2624138"/>
            <a:ext cx="4143375" cy="771525"/>
          </a:xfrm>
          <a:custGeom>
            <a:avLst/>
            <a:gdLst/>
            <a:ahLst/>
            <a:cxnLst/>
            <a:rect l="l" t="t" r="r" b="b"/>
            <a:pathLst>
              <a:path w="4143375" h="771525">
                <a:moveTo>
                  <a:pt x="76204" y="0"/>
                </a:moveTo>
                <a:lnTo>
                  <a:pt x="4067171" y="0"/>
                </a:lnTo>
                <a:cubicBezTo>
                  <a:pt x="4109258" y="0"/>
                  <a:pt x="4143375" y="34117"/>
                  <a:pt x="4143375" y="76204"/>
                </a:cubicBezTo>
                <a:lnTo>
                  <a:pt x="4143375" y="695321"/>
                </a:lnTo>
                <a:cubicBezTo>
                  <a:pt x="4143375" y="737408"/>
                  <a:pt x="4109258" y="771525"/>
                  <a:pt x="40671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6130" y="276225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Onboarding Step 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04885" y="27432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-18%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16130" y="304800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Profile setup complexity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97068" y="3481388"/>
            <a:ext cx="4143375" cy="771525"/>
          </a:xfrm>
          <a:custGeom>
            <a:avLst/>
            <a:gdLst/>
            <a:ahLst/>
            <a:cxnLst/>
            <a:rect l="l" t="t" r="r" b="b"/>
            <a:pathLst>
              <a:path w="4143375" h="771525">
                <a:moveTo>
                  <a:pt x="76204" y="0"/>
                </a:moveTo>
                <a:lnTo>
                  <a:pt x="4067171" y="0"/>
                </a:lnTo>
                <a:cubicBezTo>
                  <a:pt x="4109258" y="0"/>
                  <a:pt x="4143375" y="34117"/>
                  <a:pt x="4143375" y="76204"/>
                </a:cubicBezTo>
                <a:lnTo>
                  <a:pt x="4143375" y="695321"/>
                </a:lnTo>
                <a:cubicBezTo>
                  <a:pt x="4143375" y="737408"/>
                  <a:pt x="4109258" y="771525"/>
                  <a:pt x="40671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130" y="36195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Discovery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111210" y="3600450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-12%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16130" y="390525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don't explore advanced features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35143" y="4576763"/>
            <a:ext cx="4467225" cy="1685925"/>
          </a:xfrm>
          <a:custGeom>
            <a:avLst/>
            <a:gdLst/>
            <a:ahLst/>
            <a:cxnLst/>
            <a:rect l="l" t="t" r="r" b="b"/>
            <a:pathLst>
              <a:path w="4467225" h="1685925">
                <a:moveTo>
                  <a:pt x="114306" y="0"/>
                </a:moveTo>
                <a:lnTo>
                  <a:pt x="4352919" y="0"/>
                </a:lnTo>
                <a:cubicBezTo>
                  <a:pt x="4416049" y="0"/>
                  <a:pt x="4467225" y="51176"/>
                  <a:pt x="4467225" y="114306"/>
                </a:cubicBezTo>
                <a:lnTo>
                  <a:pt x="4467225" y="1571619"/>
                </a:lnTo>
                <a:cubicBezTo>
                  <a:pt x="4467225" y="1634749"/>
                  <a:pt x="4416049" y="1685925"/>
                  <a:pt x="435291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2305" y="47339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Opportunities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92305" y="51530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597080" y="52387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5" name="Text 22"/>
          <p:cNvSpPr/>
          <p:nvPr/>
        </p:nvSpPr>
        <p:spPr>
          <a:xfrm>
            <a:off x="7911405" y="5114925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Simplify checkout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911405" y="5343525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form fields, add guest checkout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92305" y="5686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7597080" y="57721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9" name="Text 26"/>
          <p:cNvSpPr/>
          <p:nvPr/>
        </p:nvSpPr>
        <p:spPr>
          <a:xfrm>
            <a:off x="7911405" y="5648325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Progressive onboarding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911405" y="5876925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into smaller, manageable steps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7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7 Progress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10-21, 2026 | 2-week sprint cycle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2409825" cy="1419225"/>
          </a:xfrm>
          <a:custGeom>
            <a:avLst/>
            <a:gdLst/>
            <a:ahLst/>
            <a:cxnLst/>
            <a:rect l="l" t="t" r="r" b="b"/>
            <a:pathLst>
              <a:path w="2409825" h="1419225">
                <a:moveTo>
                  <a:pt x="114304" y="0"/>
                </a:moveTo>
                <a:lnTo>
                  <a:pt x="2295521" y="0"/>
                </a:lnTo>
                <a:cubicBezTo>
                  <a:pt x="2358649" y="0"/>
                  <a:pt x="2409825" y="51176"/>
                  <a:pt x="2409825" y="114304"/>
                </a:cubicBezTo>
                <a:lnTo>
                  <a:pt x="2409825" y="1304921"/>
                </a:lnTo>
                <a:cubicBezTo>
                  <a:pt x="2409825" y="1368049"/>
                  <a:pt x="2358649" y="1419225"/>
                  <a:pt x="22955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895350" y="172402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Committed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05025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60032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story 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59596" y="1566863"/>
            <a:ext cx="2409825" cy="1419225"/>
          </a:xfrm>
          <a:custGeom>
            <a:avLst/>
            <a:gdLst/>
            <a:ahLst/>
            <a:cxnLst/>
            <a:rect l="l" t="t" r="r" b="b"/>
            <a:pathLst>
              <a:path w="2409825" h="1419225">
                <a:moveTo>
                  <a:pt x="114304" y="0"/>
                </a:moveTo>
                <a:lnTo>
                  <a:pt x="2295521" y="0"/>
                </a:lnTo>
                <a:cubicBezTo>
                  <a:pt x="2358649" y="0"/>
                  <a:pt x="2409825" y="51176"/>
                  <a:pt x="2409825" y="114304"/>
                </a:cubicBezTo>
                <a:lnTo>
                  <a:pt x="2409825" y="1304921"/>
                </a:lnTo>
                <a:cubicBezTo>
                  <a:pt x="2409825" y="1368049"/>
                  <a:pt x="2358649" y="1419225"/>
                  <a:pt x="22955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4384" y="1762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469184" y="1724025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16759" y="2105025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16759" y="260032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story points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33430" y="1566863"/>
            <a:ext cx="2409825" cy="1419225"/>
          </a:xfrm>
          <a:custGeom>
            <a:avLst/>
            <a:gdLst/>
            <a:ahLst/>
            <a:cxnLst/>
            <a:rect l="l" t="t" r="r" b="b"/>
            <a:pathLst>
              <a:path w="2409825" h="1419225">
                <a:moveTo>
                  <a:pt x="114304" y="0"/>
                </a:moveTo>
                <a:lnTo>
                  <a:pt x="2295521" y="0"/>
                </a:lnTo>
                <a:cubicBezTo>
                  <a:pt x="2358649" y="0"/>
                  <a:pt x="2409825" y="51176"/>
                  <a:pt x="2409825" y="114304"/>
                </a:cubicBezTo>
                <a:lnTo>
                  <a:pt x="2409825" y="1304921"/>
                </a:lnTo>
                <a:cubicBezTo>
                  <a:pt x="2409825" y="1368049"/>
                  <a:pt x="2358649" y="1419225"/>
                  <a:pt x="22955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26311" y="1762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43017" y="1724025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90592" y="2105025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90592" y="260032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goal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148013"/>
            <a:ext cx="7562850" cy="3629025"/>
          </a:xfrm>
          <a:custGeom>
            <a:avLst/>
            <a:gdLst/>
            <a:ahLst/>
            <a:cxnLst/>
            <a:rect l="l" t="t" r="r" b="b"/>
            <a:pathLst>
              <a:path w="7562850" h="3629025">
                <a:moveTo>
                  <a:pt x="114314" y="0"/>
                </a:moveTo>
                <a:lnTo>
                  <a:pt x="7448536" y="0"/>
                </a:lnTo>
                <a:cubicBezTo>
                  <a:pt x="7511670" y="0"/>
                  <a:pt x="7562850" y="51180"/>
                  <a:pt x="7562850" y="114314"/>
                </a:cubicBezTo>
                <a:lnTo>
                  <a:pt x="7562850" y="3514711"/>
                </a:lnTo>
                <a:cubicBezTo>
                  <a:pt x="7562850" y="3577845"/>
                  <a:pt x="7511670" y="3629025"/>
                  <a:pt x="7448536" y="3629025"/>
                </a:cubicBezTo>
                <a:lnTo>
                  <a:pt x="114314" y="3629025"/>
                </a:lnTo>
                <a:cubicBezTo>
                  <a:pt x="51180" y="3629025"/>
                  <a:pt x="0" y="3577845"/>
                  <a:pt x="0" y="3514711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925" y="3305175"/>
            <a:ext cx="7343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Burndown Chart</a:t>
            </a:r>
            <a:endParaRPr lang="en-US" sz="1600" dirty="0"/>
          </a:p>
        </p:txBody>
      </p:sp>
      <p:pic>
        <p:nvPicPr>
          <p:cNvPr id="22" name="Image 0" descr="https://kimi-img.moonshot.cn/pub/slides/26-03-31-21:57:05-d75t5c8ge03sgmpm6hf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3686175"/>
            <a:ext cx="7248525" cy="2476500"/>
          </a:xfrm>
          <a:prstGeom prst="roundRect">
            <a:avLst>
              <a:gd name="adj" fmla="val 0"/>
            </a:avLst>
          </a:prstGeom>
        </p:spPr>
      </p:pic>
      <p:sp>
        <p:nvSpPr>
          <p:cNvPr id="23" name="Shape 20"/>
          <p:cNvSpPr/>
          <p:nvPr/>
        </p:nvSpPr>
        <p:spPr>
          <a:xfrm>
            <a:off x="8107338" y="1566863"/>
            <a:ext cx="3695700" cy="3286125"/>
          </a:xfrm>
          <a:custGeom>
            <a:avLst/>
            <a:gdLst/>
            <a:ahLst/>
            <a:cxnLst/>
            <a:rect l="l" t="t" r="r" b="b"/>
            <a:pathLst>
              <a:path w="3695700" h="3286125">
                <a:moveTo>
                  <a:pt x="114291" y="0"/>
                </a:moveTo>
                <a:lnTo>
                  <a:pt x="3581409" y="0"/>
                </a:lnTo>
                <a:cubicBezTo>
                  <a:pt x="3644530" y="0"/>
                  <a:pt x="3695700" y="51170"/>
                  <a:pt x="3695700" y="114291"/>
                </a:cubicBezTo>
                <a:lnTo>
                  <a:pt x="3695700" y="3171834"/>
                </a:lnTo>
                <a:cubicBezTo>
                  <a:pt x="3695700" y="3234955"/>
                  <a:pt x="3644530" y="3286125"/>
                  <a:pt x="3581409" y="3286125"/>
                </a:cubicBezTo>
                <a:lnTo>
                  <a:pt x="114291" y="3286125"/>
                </a:lnTo>
                <a:cubicBezTo>
                  <a:pt x="51170" y="3286125"/>
                  <a:pt x="0" y="3234955"/>
                  <a:pt x="0" y="3171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4500" y="172402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 Stories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69263" y="2109788"/>
            <a:ext cx="3371850" cy="581025"/>
          </a:xfrm>
          <a:custGeom>
            <a:avLst/>
            <a:gdLst/>
            <a:ahLst/>
            <a:cxnLst/>
            <a:rect l="l" t="t" r="r" b="b"/>
            <a:pathLst>
              <a:path w="3371850" h="581025">
                <a:moveTo>
                  <a:pt x="76201" y="0"/>
                </a:moveTo>
                <a:lnTo>
                  <a:pt x="3295649" y="0"/>
                </a:lnTo>
                <a:cubicBezTo>
                  <a:pt x="3337705" y="0"/>
                  <a:pt x="3371850" y="34145"/>
                  <a:pt x="3371850" y="76201"/>
                </a:cubicBezTo>
                <a:lnTo>
                  <a:pt x="3371850" y="504824"/>
                </a:lnTo>
                <a:cubicBezTo>
                  <a:pt x="3371850" y="546880"/>
                  <a:pt x="3337705" y="581025"/>
                  <a:pt x="32956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69275" y="232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7" name="Text 24"/>
          <p:cNvSpPr/>
          <p:nvPr/>
        </p:nvSpPr>
        <p:spPr>
          <a:xfrm>
            <a:off x="8655025" y="219075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Performance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55025" y="24193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pts • 40% faster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69263" y="2776538"/>
            <a:ext cx="3371850" cy="581025"/>
          </a:xfrm>
          <a:custGeom>
            <a:avLst/>
            <a:gdLst/>
            <a:ahLst/>
            <a:cxnLst/>
            <a:rect l="l" t="t" r="r" b="b"/>
            <a:pathLst>
              <a:path w="3371850" h="581025">
                <a:moveTo>
                  <a:pt x="76201" y="0"/>
                </a:moveTo>
                <a:lnTo>
                  <a:pt x="3295649" y="0"/>
                </a:lnTo>
                <a:cubicBezTo>
                  <a:pt x="3337705" y="0"/>
                  <a:pt x="3371850" y="34145"/>
                  <a:pt x="3371850" y="76201"/>
                </a:cubicBezTo>
                <a:lnTo>
                  <a:pt x="3371850" y="504824"/>
                </a:lnTo>
                <a:cubicBezTo>
                  <a:pt x="3371850" y="546880"/>
                  <a:pt x="3337705" y="581025"/>
                  <a:pt x="32956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69275" y="2990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1" name="Text 28"/>
          <p:cNvSpPr/>
          <p:nvPr/>
        </p:nvSpPr>
        <p:spPr>
          <a:xfrm>
            <a:off x="8655025" y="285750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Security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655025" y="30861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pts • 2FA added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269263" y="3443288"/>
            <a:ext cx="3371850" cy="581025"/>
          </a:xfrm>
          <a:custGeom>
            <a:avLst/>
            <a:gdLst/>
            <a:ahLst/>
            <a:cxnLst/>
            <a:rect l="l" t="t" r="r" b="b"/>
            <a:pathLst>
              <a:path w="3371850" h="581025">
                <a:moveTo>
                  <a:pt x="76201" y="0"/>
                </a:moveTo>
                <a:lnTo>
                  <a:pt x="3295649" y="0"/>
                </a:lnTo>
                <a:cubicBezTo>
                  <a:pt x="3337705" y="0"/>
                  <a:pt x="3371850" y="34145"/>
                  <a:pt x="3371850" y="76201"/>
                </a:cubicBezTo>
                <a:lnTo>
                  <a:pt x="3371850" y="504824"/>
                </a:lnTo>
                <a:cubicBezTo>
                  <a:pt x="3371850" y="546880"/>
                  <a:pt x="3337705" y="581025"/>
                  <a:pt x="32956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69275" y="3657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5" name="Text 32"/>
          <p:cNvSpPr/>
          <p:nvPr/>
        </p:nvSpPr>
        <p:spPr>
          <a:xfrm>
            <a:off x="8655025" y="352425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Templates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655025" y="37528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pts • 6 templates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269263" y="4110038"/>
            <a:ext cx="3371850" cy="581025"/>
          </a:xfrm>
          <a:custGeom>
            <a:avLst/>
            <a:gdLst/>
            <a:ahLst/>
            <a:cxnLst/>
            <a:rect l="l" t="t" r="r" b="b"/>
            <a:pathLst>
              <a:path w="3371850" h="581025">
                <a:moveTo>
                  <a:pt x="76201" y="0"/>
                </a:moveTo>
                <a:lnTo>
                  <a:pt x="3295649" y="0"/>
                </a:lnTo>
                <a:cubicBezTo>
                  <a:pt x="3337705" y="0"/>
                  <a:pt x="3371850" y="34145"/>
                  <a:pt x="3371850" y="76201"/>
                </a:cubicBezTo>
                <a:lnTo>
                  <a:pt x="3371850" y="504824"/>
                </a:lnTo>
                <a:cubicBezTo>
                  <a:pt x="3371850" y="546880"/>
                  <a:pt x="3337705" y="581025"/>
                  <a:pt x="32956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69275" y="4324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9" name="Text 36"/>
          <p:cNvSpPr/>
          <p:nvPr/>
        </p:nvSpPr>
        <p:spPr>
          <a:xfrm>
            <a:off x="8655025" y="419100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Module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655025" y="44196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pts • In progress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107338" y="5014913"/>
            <a:ext cx="3695700" cy="1762125"/>
          </a:xfrm>
          <a:custGeom>
            <a:avLst/>
            <a:gdLst/>
            <a:ahLst/>
            <a:cxnLst/>
            <a:rect l="l" t="t" r="r" b="b"/>
            <a:pathLst>
              <a:path w="3695700" h="1762125">
                <a:moveTo>
                  <a:pt x="114291" y="0"/>
                </a:moveTo>
                <a:lnTo>
                  <a:pt x="3581409" y="0"/>
                </a:lnTo>
                <a:cubicBezTo>
                  <a:pt x="3644530" y="0"/>
                  <a:pt x="3695700" y="51170"/>
                  <a:pt x="3695700" y="114291"/>
                </a:cubicBezTo>
                <a:lnTo>
                  <a:pt x="3695700" y="1647834"/>
                </a:lnTo>
                <a:cubicBezTo>
                  <a:pt x="3695700" y="1710955"/>
                  <a:pt x="3644530" y="1762125"/>
                  <a:pt x="358140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64500" y="517207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Velocity Trend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264500" y="6086475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 h="0">
                <a:moveTo>
                  <a:pt x="0" y="0"/>
                </a:moveTo>
                <a:lnTo>
                  <a:pt x="790575" y="0"/>
                </a:lnTo>
                <a:lnTo>
                  <a:pt x="79057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4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8578751" y="6124575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S4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129638" y="6086475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 h="0">
                <a:moveTo>
                  <a:pt x="0" y="0"/>
                </a:moveTo>
                <a:lnTo>
                  <a:pt x="790575" y="0"/>
                </a:lnTo>
                <a:lnTo>
                  <a:pt x="79057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4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9444782" y="6124575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S5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994850" y="6086475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 h="0">
                <a:moveTo>
                  <a:pt x="0" y="0"/>
                </a:moveTo>
                <a:lnTo>
                  <a:pt x="790575" y="0"/>
                </a:lnTo>
                <a:lnTo>
                  <a:pt x="79057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4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10308506" y="6124575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S6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860063" y="6086475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 h="0">
                <a:moveTo>
                  <a:pt x="0" y="0"/>
                </a:moveTo>
                <a:lnTo>
                  <a:pt x="790575" y="0"/>
                </a:lnTo>
                <a:lnTo>
                  <a:pt x="79057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50" name="Text 47"/>
          <p:cNvSpPr/>
          <p:nvPr/>
        </p:nvSpPr>
        <p:spPr>
          <a:xfrm>
            <a:off x="11179448" y="6124575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S7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226400" y="639127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Avg: 27 pts/sprint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57275"/>
            <a:ext cx="11548905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spc="56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8 PLANNING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275" y="643095"/>
            <a:ext cx="11638224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8 Planning &amp; Commitments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275" y="1071824"/>
            <a:ext cx="1155783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24 - April 4,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741" y="1469292"/>
            <a:ext cx="5662804" cy="2938585"/>
          </a:xfrm>
          <a:custGeom>
            <a:avLst/>
            <a:gdLst/>
            <a:ahLst/>
            <a:cxnLst/>
            <a:rect l="l" t="t" r="r" b="b"/>
            <a:pathLst>
              <a:path w="5662804" h="2938585">
                <a:moveTo>
                  <a:pt x="107170" y="0"/>
                </a:moveTo>
                <a:lnTo>
                  <a:pt x="5555634" y="0"/>
                </a:lnTo>
                <a:cubicBezTo>
                  <a:pt x="5614823" y="0"/>
                  <a:pt x="5662804" y="47982"/>
                  <a:pt x="5662804" y="107170"/>
                </a:cubicBezTo>
                <a:lnTo>
                  <a:pt x="5662804" y="2831414"/>
                </a:lnTo>
                <a:cubicBezTo>
                  <a:pt x="5662804" y="2890603"/>
                  <a:pt x="5614823" y="2938585"/>
                  <a:pt x="5555634" y="2938585"/>
                </a:cubicBezTo>
                <a:lnTo>
                  <a:pt x="107170" y="2938585"/>
                </a:lnTo>
                <a:cubicBezTo>
                  <a:pt x="47982" y="2938585"/>
                  <a:pt x="0" y="2890603"/>
                  <a:pt x="0" y="2831414"/>
                </a:cubicBezTo>
                <a:lnTo>
                  <a:pt x="0" y="107170"/>
                </a:lnTo>
                <a:cubicBezTo>
                  <a:pt x="0" y="47982"/>
                  <a:pt x="47982" y="0"/>
                  <a:pt x="107170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9116" y="1616668"/>
            <a:ext cx="5457371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8 Scope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9116" y="2009670"/>
            <a:ext cx="5368053" cy="500185"/>
          </a:xfrm>
          <a:custGeom>
            <a:avLst/>
            <a:gdLst/>
            <a:ahLst/>
            <a:cxnLst/>
            <a:rect l="l" t="t" r="r" b="b"/>
            <a:pathLst>
              <a:path w="5368053" h="500185">
                <a:moveTo>
                  <a:pt x="71456" y="0"/>
                </a:moveTo>
                <a:lnTo>
                  <a:pt x="5296596" y="0"/>
                </a:lnTo>
                <a:cubicBezTo>
                  <a:pt x="5336061" y="0"/>
                  <a:pt x="5368053" y="31992"/>
                  <a:pt x="5368053" y="71456"/>
                </a:cubicBezTo>
                <a:lnTo>
                  <a:pt x="5368053" y="428728"/>
                </a:lnTo>
                <a:cubicBezTo>
                  <a:pt x="5368053" y="468193"/>
                  <a:pt x="5336061" y="500185"/>
                  <a:pt x="5296596" y="500185"/>
                </a:cubicBezTo>
                <a:lnTo>
                  <a:pt x="71456" y="500185"/>
                </a:lnTo>
                <a:cubicBezTo>
                  <a:pt x="32019" y="500185"/>
                  <a:pt x="0" y="468166"/>
                  <a:pt x="0" y="428728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4163" y="2188308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125046" y="71455"/>
                </a:moveTo>
                <a:cubicBezTo>
                  <a:pt x="125046" y="41877"/>
                  <a:pt x="101033" y="17864"/>
                  <a:pt x="71455" y="17864"/>
                </a:cubicBezTo>
                <a:cubicBezTo>
                  <a:pt x="41877" y="17864"/>
                  <a:pt x="17864" y="41877"/>
                  <a:pt x="17864" y="71455"/>
                </a:cubicBezTo>
                <a:cubicBezTo>
                  <a:pt x="17864" y="101033"/>
                  <a:pt x="41877" y="125046"/>
                  <a:pt x="71455" y="125046"/>
                </a:cubicBezTo>
                <a:cubicBezTo>
                  <a:pt x="101033" y="125046"/>
                  <a:pt x="125046" y="101033"/>
                  <a:pt x="125046" y="71455"/>
                </a:cubicBezTo>
                <a:close/>
                <a:moveTo>
                  <a:pt x="0" y="71455"/>
                </a:moveTo>
                <a:cubicBezTo>
                  <a:pt x="0" y="32018"/>
                  <a:pt x="32018" y="0"/>
                  <a:pt x="71455" y="0"/>
                </a:cubicBezTo>
                <a:cubicBezTo>
                  <a:pt x="110892" y="0"/>
                  <a:pt x="142910" y="32018"/>
                  <a:pt x="142910" y="71455"/>
                </a:cubicBezTo>
                <a:cubicBezTo>
                  <a:pt x="142910" y="110892"/>
                  <a:pt x="110892" y="142910"/>
                  <a:pt x="71455" y="142910"/>
                </a:cubicBezTo>
                <a:cubicBezTo>
                  <a:pt x="32018" y="142910"/>
                  <a:pt x="0" y="110892"/>
                  <a:pt x="0" y="71455"/>
                </a:cubicBezTo>
                <a:close/>
                <a:moveTo>
                  <a:pt x="71455" y="93785"/>
                </a:moveTo>
                <a:cubicBezTo>
                  <a:pt x="83779" y="93785"/>
                  <a:pt x="93785" y="83779"/>
                  <a:pt x="93785" y="71455"/>
                </a:cubicBezTo>
                <a:cubicBezTo>
                  <a:pt x="93785" y="59131"/>
                  <a:pt x="83779" y="49125"/>
                  <a:pt x="71455" y="49125"/>
                </a:cubicBezTo>
                <a:cubicBezTo>
                  <a:pt x="59131" y="49125"/>
                  <a:pt x="49125" y="59131"/>
                  <a:pt x="49125" y="71455"/>
                </a:cubicBezTo>
                <a:cubicBezTo>
                  <a:pt x="49125" y="83779"/>
                  <a:pt x="59131" y="93785"/>
                  <a:pt x="71455" y="93785"/>
                </a:cubicBezTo>
                <a:close/>
                <a:moveTo>
                  <a:pt x="71455" y="31262"/>
                </a:moveTo>
                <a:cubicBezTo>
                  <a:pt x="93638" y="31262"/>
                  <a:pt x="111648" y="49272"/>
                  <a:pt x="111648" y="71455"/>
                </a:cubicBezTo>
                <a:cubicBezTo>
                  <a:pt x="111648" y="93638"/>
                  <a:pt x="93638" y="111648"/>
                  <a:pt x="71455" y="111648"/>
                </a:cubicBezTo>
                <a:cubicBezTo>
                  <a:pt x="49272" y="111648"/>
                  <a:pt x="31262" y="93638"/>
                  <a:pt x="31262" y="71455"/>
                </a:cubicBezTo>
                <a:cubicBezTo>
                  <a:pt x="31262" y="49272"/>
                  <a:pt x="49272" y="31262"/>
                  <a:pt x="71455" y="31262"/>
                </a:cubicBezTo>
                <a:close/>
                <a:moveTo>
                  <a:pt x="62523" y="71455"/>
                </a:moveTo>
                <a:cubicBezTo>
                  <a:pt x="62523" y="66525"/>
                  <a:pt x="66525" y="62523"/>
                  <a:pt x="71455" y="62523"/>
                </a:cubicBezTo>
                <a:cubicBezTo>
                  <a:pt x="76385" y="62523"/>
                  <a:pt x="80387" y="66525"/>
                  <a:pt x="80387" y="71455"/>
                </a:cubicBezTo>
                <a:cubicBezTo>
                  <a:pt x="80387" y="76385"/>
                  <a:pt x="76385" y="80387"/>
                  <a:pt x="71455" y="80387"/>
                </a:cubicBezTo>
                <a:cubicBezTo>
                  <a:pt x="66525" y="80387"/>
                  <a:pt x="62523" y="76385"/>
                  <a:pt x="62523" y="7145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902119" y="2152580"/>
            <a:ext cx="1375508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Planned Story 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5917" y="2116853"/>
            <a:ext cx="357275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116" y="2617037"/>
            <a:ext cx="5368053" cy="500185"/>
          </a:xfrm>
          <a:custGeom>
            <a:avLst/>
            <a:gdLst/>
            <a:ahLst/>
            <a:cxnLst/>
            <a:rect l="l" t="t" r="r" b="b"/>
            <a:pathLst>
              <a:path w="5368053" h="500185">
                <a:moveTo>
                  <a:pt x="71456" y="0"/>
                </a:moveTo>
                <a:lnTo>
                  <a:pt x="5296596" y="0"/>
                </a:lnTo>
                <a:cubicBezTo>
                  <a:pt x="5336061" y="0"/>
                  <a:pt x="5368053" y="31992"/>
                  <a:pt x="5368053" y="71456"/>
                </a:cubicBezTo>
                <a:lnTo>
                  <a:pt x="5368053" y="428728"/>
                </a:lnTo>
                <a:cubicBezTo>
                  <a:pt x="5368053" y="468193"/>
                  <a:pt x="5336061" y="500185"/>
                  <a:pt x="5296596" y="500185"/>
                </a:cubicBezTo>
                <a:lnTo>
                  <a:pt x="71456" y="500185"/>
                </a:lnTo>
                <a:cubicBezTo>
                  <a:pt x="32019" y="500185"/>
                  <a:pt x="0" y="468166"/>
                  <a:pt x="0" y="428728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6299" y="2795675"/>
            <a:ext cx="178637" cy="142910"/>
          </a:xfrm>
          <a:custGeom>
            <a:avLst/>
            <a:gdLst/>
            <a:ahLst/>
            <a:cxnLst/>
            <a:rect l="l" t="t" r="r" b="b"/>
            <a:pathLst>
              <a:path w="178637" h="142910">
                <a:moveTo>
                  <a:pt x="89319" y="4466"/>
                </a:moveTo>
                <a:cubicBezTo>
                  <a:pt x="105340" y="4466"/>
                  <a:pt x="118347" y="17473"/>
                  <a:pt x="118347" y="33495"/>
                </a:cubicBezTo>
                <a:cubicBezTo>
                  <a:pt x="118347" y="49516"/>
                  <a:pt x="105340" y="62523"/>
                  <a:pt x="89319" y="62523"/>
                </a:cubicBezTo>
                <a:cubicBezTo>
                  <a:pt x="73297" y="62523"/>
                  <a:pt x="60290" y="49516"/>
                  <a:pt x="60290" y="33495"/>
                </a:cubicBezTo>
                <a:cubicBezTo>
                  <a:pt x="60290" y="17473"/>
                  <a:pt x="73297" y="4466"/>
                  <a:pt x="89319" y="4466"/>
                </a:cubicBezTo>
                <a:close/>
                <a:moveTo>
                  <a:pt x="26796" y="24563"/>
                </a:moveTo>
                <a:cubicBezTo>
                  <a:pt x="37887" y="24563"/>
                  <a:pt x="46892" y="33568"/>
                  <a:pt x="46892" y="44659"/>
                </a:cubicBezTo>
                <a:cubicBezTo>
                  <a:pt x="46892" y="55751"/>
                  <a:pt x="37887" y="64756"/>
                  <a:pt x="26796" y="64756"/>
                </a:cubicBezTo>
                <a:cubicBezTo>
                  <a:pt x="15704" y="64756"/>
                  <a:pt x="6699" y="55751"/>
                  <a:pt x="6699" y="44659"/>
                </a:cubicBezTo>
                <a:cubicBezTo>
                  <a:pt x="6699" y="33568"/>
                  <a:pt x="15704" y="24563"/>
                  <a:pt x="26796" y="24563"/>
                </a:cubicBezTo>
                <a:close/>
                <a:moveTo>
                  <a:pt x="0" y="116114"/>
                </a:moveTo>
                <a:cubicBezTo>
                  <a:pt x="0" y="96380"/>
                  <a:pt x="15994" y="80387"/>
                  <a:pt x="35727" y="80387"/>
                </a:cubicBezTo>
                <a:cubicBezTo>
                  <a:pt x="39300" y="80387"/>
                  <a:pt x="42761" y="80917"/>
                  <a:pt x="46027" y="81894"/>
                </a:cubicBezTo>
                <a:cubicBezTo>
                  <a:pt x="36844" y="92166"/>
                  <a:pt x="31262" y="105731"/>
                  <a:pt x="31262" y="120580"/>
                </a:cubicBezTo>
                <a:lnTo>
                  <a:pt x="31262" y="125046"/>
                </a:lnTo>
                <a:cubicBezTo>
                  <a:pt x="31262" y="128228"/>
                  <a:pt x="31931" y="131243"/>
                  <a:pt x="33132" y="133978"/>
                </a:cubicBezTo>
                <a:lnTo>
                  <a:pt x="8932" y="133978"/>
                </a:lnTo>
                <a:cubicBezTo>
                  <a:pt x="3991" y="133978"/>
                  <a:pt x="0" y="129987"/>
                  <a:pt x="0" y="125046"/>
                </a:cubicBezTo>
                <a:lnTo>
                  <a:pt x="0" y="116114"/>
                </a:lnTo>
                <a:close/>
                <a:moveTo>
                  <a:pt x="145506" y="133978"/>
                </a:moveTo>
                <a:cubicBezTo>
                  <a:pt x="146706" y="131243"/>
                  <a:pt x="147376" y="128228"/>
                  <a:pt x="147376" y="125046"/>
                </a:cubicBezTo>
                <a:lnTo>
                  <a:pt x="147376" y="120580"/>
                </a:lnTo>
                <a:cubicBezTo>
                  <a:pt x="147376" y="105731"/>
                  <a:pt x="141793" y="92166"/>
                  <a:pt x="132610" y="81894"/>
                </a:cubicBezTo>
                <a:cubicBezTo>
                  <a:pt x="135876" y="80917"/>
                  <a:pt x="139337" y="80387"/>
                  <a:pt x="142910" y="80387"/>
                </a:cubicBezTo>
                <a:cubicBezTo>
                  <a:pt x="162644" y="80387"/>
                  <a:pt x="178637" y="96380"/>
                  <a:pt x="178637" y="116114"/>
                </a:cubicBezTo>
                <a:lnTo>
                  <a:pt x="178637" y="125046"/>
                </a:lnTo>
                <a:cubicBezTo>
                  <a:pt x="178637" y="129987"/>
                  <a:pt x="174646" y="133978"/>
                  <a:pt x="169705" y="133978"/>
                </a:cubicBezTo>
                <a:lnTo>
                  <a:pt x="145506" y="133978"/>
                </a:lnTo>
                <a:close/>
                <a:moveTo>
                  <a:pt x="131745" y="44659"/>
                </a:moveTo>
                <a:cubicBezTo>
                  <a:pt x="131745" y="33568"/>
                  <a:pt x="140750" y="24563"/>
                  <a:pt x="151842" y="24563"/>
                </a:cubicBezTo>
                <a:cubicBezTo>
                  <a:pt x="162933" y="24563"/>
                  <a:pt x="171938" y="33568"/>
                  <a:pt x="171938" y="44659"/>
                </a:cubicBezTo>
                <a:cubicBezTo>
                  <a:pt x="171938" y="55751"/>
                  <a:pt x="162933" y="64756"/>
                  <a:pt x="151842" y="64756"/>
                </a:cubicBezTo>
                <a:cubicBezTo>
                  <a:pt x="140750" y="64756"/>
                  <a:pt x="131745" y="55751"/>
                  <a:pt x="131745" y="44659"/>
                </a:cubicBezTo>
                <a:close/>
                <a:moveTo>
                  <a:pt x="44659" y="120580"/>
                </a:moveTo>
                <a:cubicBezTo>
                  <a:pt x="44659" y="95906"/>
                  <a:pt x="64644" y="75921"/>
                  <a:pt x="89319" y="75921"/>
                </a:cubicBezTo>
                <a:cubicBezTo>
                  <a:pt x="113993" y="75921"/>
                  <a:pt x="133978" y="95906"/>
                  <a:pt x="133978" y="120580"/>
                </a:cubicBezTo>
                <a:lnTo>
                  <a:pt x="133978" y="125046"/>
                </a:lnTo>
                <a:cubicBezTo>
                  <a:pt x="133978" y="129987"/>
                  <a:pt x="129987" y="133978"/>
                  <a:pt x="125046" y="133978"/>
                </a:cubicBezTo>
                <a:lnTo>
                  <a:pt x="53591" y="133978"/>
                </a:lnTo>
                <a:cubicBezTo>
                  <a:pt x="48651" y="133978"/>
                  <a:pt x="44659" y="129987"/>
                  <a:pt x="44659" y="125046"/>
                </a:cubicBezTo>
                <a:lnTo>
                  <a:pt x="44659" y="12058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3" name="Text 11"/>
          <p:cNvSpPr/>
          <p:nvPr/>
        </p:nvSpPr>
        <p:spPr>
          <a:xfrm>
            <a:off x="902119" y="2759947"/>
            <a:ext cx="101823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Capacity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1885" y="2724220"/>
            <a:ext cx="53591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9116" y="3224404"/>
            <a:ext cx="5368053" cy="500185"/>
          </a:xfrm>
          <a:custGeom>
            <a:avLst/>
            <a:gdLst/>
            <a:ahLst/>
            <a:cxnLst/>
            <a:rect l="l" t="t" r="r" b="b"/>
            <a:pathLst>
              <a:path w="5368053" h="500185">
                <a:moveTo>
                  <a:pt x="71456" y="0"/>
                </a:moveTo>
                <a:lnTo>
                  <a:pt x="5296596" y="0"/>
                </a:lnTo>
                <a:cubicBezTo>
                  <a:pt x="5336061" y="0"/>
                  <a:pt x="5368053" y="31992"/>
                  <a:pt x="5368053" y="71456"/>
                </a:cubicBezTo>
                <a:lnTo>
                  <a:pt x="5368053" y="428728"/>
                </a:lnTo>
                <a:cubicBezTo>
                  <a:pt x="5368053" y="468193"/>
                  <a:pt x="5336061" y="500185"/>
                  <a:pt x="5296596" y="500185"/>
                </a:cubicBezTo>
                <a:lnTo>
                  <a:pt x="71456" y="500185"/>
                </a:lnTo>
                <a:cubicBezTo>
                  <a:pt x="32019" y="500185"/>
                  <a:pt x="0" y="468166"/>
                  <a:pt x="0" y="428728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3095" y="3403042"/>
            <a:ext cx="125046" cy="142910"/>
          </a:xfrm>
          <a:custGeom>
            <a:avLst/>
            <a:gdLst/>
            <a:ahLst/>
            <a:cxnLst/>
            <a:rect l="l" t="t" r="r" b="b"/>
            <a:pathLst>
              <a:path w="125046" h="142910">
                <a:moveTo>
                  <a:pt x="35727" y="0"/>
                </a:moveTo>
                <a:cubicBezTo>
                  <a:pt x="40668" y="0"/>
                  <a:pt x="44659" y="3991"/>
                  <a:pt x="44659" y="8932"/>
                </a:cubicBezTo>
                <a:lnTo>
                  <a:pt x="44659" y="17864"/>
                </a:lnTo>
                <a:lnTo>
                  <a:pt x="80387" y="17864"/>
                </a:lnTo>
                <a:lnTo>
                  <a:pt x="80387" y="8932"/>
                </a:lnTo>
                <a:cubicBezTo>
                  <a:pt x="80387" y="3991"/>
                  <a:pt x="84378" y="0"/>
                  <a:pt x="89319" y="0"/>
                </a:cubicBezTo>
                <a:cubicBezTo>
                  <a:pt x="94259" y="0"/>
                  <a:pt x="98251" y="3991"/>
                  <a:pt x="98251" y="8932"/>
                </a:cubicBezTo>
                <a:lnTo>
                  <a:pt x="98251" y="17864"/>
                </a:lnTo>
                <a:lnTo>
                  <a:pt x="107182" y="17864"/>
                </a:lnTo>
                <a:cubicBezTo>
                  <a:pt x="117035" y="17864"/>
                  <a:pt x="125046" y="25875"/>
                  <a:pt x="125046" y="35727"/>
                </a:cubicBezTo>
                <a:lnTo>
                  <a:pt x="125046" y="116114"/>
                </a:lnTo>
                <a:cubicBezTo>
                  <a:pt x="125046" y="125967"/>
                  <a:pt x="117035" y="133978"/>
                  <a:pt x="107182" y="133978"/>
                </a:cubicBezTo>
                <a:lnTo>
                  <a:pt x="17864" y="133978"/>
                </a:lnTo>
                <a:cubicBezTo>
                  <a:pt x="8011" y="133978"/>
                  <a:pt x="0" y="125967"/>
                  <a:pt x="0" y="116114"/>
                </a:cubicBezTo>
                <a:lnTo>
                  <a:pt x="0" y="35727"/>
                </a:lnTo>
                <a:cubicBezTo>
                  <a:pt x="0" y="25875"/>
                  <a:pt x="8011" y="17864"/>
                  <a:pt x="17864" y="17864"/>
                </a:cubicBezTo>
                <a:lnTo>
                  <a:pt x="26796" y="17864"/>
                </a:lnTo>
                <a:lnTo>
                  <a:pt x="26796" y="8932"/>
                </a:lnTo>
                <a:cubicBezTo>
                  <a:pt x="26796" y="3991"/>
                  <a:pt x="30787" y="0"/>
                  <a:pt x="35727" y="0"/>
                </a:cubicBezTo>
                <a:close/>
                <a:moveTo>
                  <a:pt x="86081" y="63835"/>
                </a:moveTo>
                <a:cubicBezTo>
                  <a:pt x="88035" y="60709"/>
                  <a:pt x="87086" y="56578"/>
                  <a:pt x="83960" y="54596"/>
                </a:cubicBezTo>
                <a:cubicBezTo>
                  <a:pt x="80833" y="52614"/>
                  <a:pt x="76702" y="53591"/>
                  <a:pt x="74721" y="56717"/>
                </a:cubicBezTo>
                <a:lnTo>
                  <a:pt x="57583" y="84155"/>
                </a:lnTo>
                <a:lnTo>
                  <a:pt x="50046" y="74107"/>
                </a:lnTo>
                <a:cubicBezTo>
                  <a:pt x="47813" y="71148"/>
                  <a:pt x="43627" y="70534"/>
                  <a:pt x="40668" y="72767"/>
                </a:cubicBezTo>
                <a:cubicBezTo>
                  <a:pt x="37709" y="75000"/>
                  <a:pt x="37095" y="79187"/>
                  <a:pt x="39328" y="82145"/>
                </a:cubicBezTo>
                <a:lnTo>
                  <a:pt x="52726" y="100009"/>
                </a:lnTo>
                <a:cubicBezTo>
                  <a:pt x="54038" y="101767"/>
                  <a:pt x="56159" y="102772"/>
                  <a:pt x="58364" y="102689"/>
                </a:cubicBezTo>
                <a:cubicBezTo>
                  <a:pt x="60569" y="102605"/>
                  <a:pt x="62579" y="101433"/>
                  <a:pt x="63751" y="99535"/>
                </a:cubicBezTo>
                <a:lnTo>
                  <a:pt x="86081" y="63807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7" name="Text 15"/>
          <p:cNvSpPr/>
          <p:nvPr/>
        </p:nvSpPr>
        <p:spPr>
          <a:xfrm>
            <a:off x="902119" y="3367314"/>
            <a:ext cx="101823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Duration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52018" y="3331587"/>
            <a:ext cx="82173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days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9116" y="3831771"/>
            <a:ext cx="5368053" cy="428730"/>
          </a:xfrm>
          <a:custGeom>
            <a:avLst/>
            <a:gdLst/>
            <a:ahLst/>
            <a:cxnLst/>
            <a:rect l="l" t="t" r="r" b="b"/>
            <a:pathLst>
              <a:path w="5368053" h="428730">
                <a:moveTo>
                  <a:pt x="71456" y="0"/>
                </a:moveTo>
                <a:lnTo>
                  <a:pt x="5296596" y="0"/>
                </a:lnTo>
                <a:cubicBezTo>
                  <a:pt x="5336061" y="0"/>
                  <a:pt x="5368053" y="31992"/>
                  <a:pt x="5368053" y="71456"/>
                </a:cubicBezTo>
                <a:lnTo>
                  <a:pt x="5368053" y="357273"/>
                </a:lnTo>
                <a:cubicBezTo>
                  <a:pt x="5368053" y="396738"/>
                  <a:pt x="5336061" y="428730"/>
                  <a:pt x="5296596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3095" y="3974681"/>
            <a:ext cx="125046" cy="142910"/>
          </a:xfrm>
          <a:custGeom>
            <a:avLst/>
            <a:gdLst/>
            <a:ahLst/>
            <a:cxnLst/>
            <a:rect l="l" t="t" r="r" b="b"/>
            <a:pathLst>
              <a:path w="125046" h="142910">
                <a:moveTo>
                  <a:pt x="8932" y="0"/>
                </a:moveTo>
                <a:cubicBezTo>
                  <a:pt x="13872" y="0"/>
                  <a:pt x="17864" y="3991"/>
                  <a:pt x="17864" y="8932"/>
                </a:cubicBezTo>
                <a:lnTo>
                  <a:pt x="17864" y="13398"/>
                </a:lnTo>
                <a:lnTo>
                  <a:pt x="37123" y="8597"/>
                </a:lnTo>
                <a:cubicBezTo>
                  <a:pt x="47758" y="5945"/>
                  <a:pt x="58978" y="7173"/>
                  <a:pt x="68803" y="12086"/>
                </a:cubicBezTo>
                <a:cubicBezTo>
                  <a:pt x="81727" y="18562"/>
                  <a:pt x="96939" y="18562"/>
                  <a:pt x="109862" y="12086"/>
                </a:cubicBezTo>
                <a:lnTo>
                  <a:pt x="112542" y="10746"/>
                </a:lnTo>
                <a:cubicBezTo>
                  <a:pt x="118291" y="7843"/>
                  <a:pt x="125046" y="12030"/>
                  <a:pt x="125046" y="18450"/>
                </a:cubicBezTo>
                <a:lnTo>
                  <a:pt x="125046" y="96520"/>
                </a:lnTo>
                <a:cubicBezTo>
                  <a:pt x="125046" y="100232"/>
                  <a:pt x="122729" y="103582"/>
                  <a:pt x="119240" y="104894"/>
                </a:cubicBezTo>
                <a:lnTo>
                  <a:pt x="109555" y="108522"/>
                </a:lnTo>
                <a:cubicBezTo>
                  <a:pt x="96660" y="113351"/>
                  <a:pt x="82313" y="112597"/>
                  <a:pt x="70004" y="106457"/>
                </a:cubicBezTo>
                <a:cubicBezTo>
                  <a:pt x="59425" y="101153"/>
                  <a:pt x="47283" y="99842"/>
                  <a:pt x="35811" y="102716"/>
                </a:cubicBezTo>
                <a:lnTo>
                  <a:pt x="17864" y="107182"/>
                </a:lnTo>
                <a:lnTo>
                  <a:pt x="17864" y="133978"/>
                </a:lnTo>
                <a:cubicBezTo>
                  <a:pt x="17864" y="138918"/>
                  <a:pt x="13872" y="142910"/>
                  <a:pt x="8932" y="142910"/>
                </a:cubicBezTo>
                <a:cubicBezTo>
                  <a:pt x="3991" y="142910"/>
                  <a:pt x="0" y="138918"/>
                  <a:pt x="0" y="133978"/>
                </a:cubicBezTo>
                <a:lnTo>
                  <a:pt x="0" y="8932"/>
                </a:lnTo>
                <a:cubicBezTo>
                  <a:pt x="0" y="3991"/>
                  <a:pt x="3991" y="0"/>
                  <a:pt x="8932" y="0"/>
                </a:cubicBezTo>
                <a:close/>
                <a:moveTo>
                  <a:pt x="17864" y="52224"/>
                </a:moveTo>
                <a:lnTo>
                  <a:pt x="35727" y="48344"/>
                </a:lnTo>
                <a:lnTo>
                  <a:pt x="35727" y="66626"/>
                </a:lnTo>
                <a:lnTo>
                  <a:pt x="17864" y="70506"/>
                </a:lnTo>
                <a:lnTo>
                  <a:pt x="17864" y="88788"/>
                </a:lnTo>
                <a:lnTo>
                  <a:pt x="31485" y="85383"/>
                </a:lnTo>
                <a:cubicBezTo>
                  <a:pt x="32908" y="85020"/>
                  <a:pt x="34304" y="84713"/>
                  <a:pt x="35727" y="84462"/>
                </a:cubicBezTo>
                <a:lnTo>
                  <a:pt x="35727" y="66626"/>
                </a:lnTo>
                <a:lnTo>
                  <a:pt x="46585" y="64282"/>
                </a:lnTo>
                <a:cubicBezTo>
                  <a:pt x="48902" y="63779"/>
                  <a:pt x="51247" y="63584"/>
                  <a:pt x="53591" y="63695"/>
                </a:cubicBezTo>
                <a:lnTo>
                  <a:pt x="53591" y="45832"/>
                </a:lnTo>
                <a:cubicBezTo>
                  <a:pt x="57387" y="45943"/>
                  <a:pt x="61183" y="46557"/>
                  <a:pt x="64868" y="47618"/>
                </a:cubicBezTo>
                <a:lnTo>
                  <a:pt x="71455" y="49544"/>
                </a:lnTo>
                <a:lnTo>
                  <a:pt x="71455" y="68161"/>
                </a:lnTo>
                <a:lnTo>
                  <a:pt x="59816" y="64728"/>
                </a:lnTo>
                <a:cubicBezTo>
                  <a:pt x="57778" y="64142"/>
                  <a:pt x="55685" y="63779"/>
                  <a:pt x="53591" y="63667"/>
                </a:cubicBezTo>
                <a:lnTo>
                  <a:pt x="53591" y="83597"/>
                </a:lnTo>
                <a:cubicBezTo>
                  <a:pt x="59676" y="84127"/>
                  <a:pt x="65677" y="85467"/>
                  <a:pt x="71455" y="87616"/>
                </a:cubicBezTo>
                <a:lnTo>
                  <a:pt x="71455" y="68133"/>
                </a:lnTo>
                <a:lnTo>
                  <a:pt x="77791" y="70004"/>
                </a:lnTo>
                <a:cubicBezTo>
                  <a:pt x="81559" y="71120"/>
                  <a:pt x="85411" y="71790"/>
                  <a:pt x="89319" y="72069"/>
                </a:cubicBezTo>
                <a:lnTo>
                  <a:pt x="89319" y="54149"/>
                </a:lnTo>
                <a:cubicBezTo>
                  <a:pt x="87142" y="53926"/>
                  <a:pt x="84964" y="53507"/>
                  <a:pt x="82843" y="52893"/>
                </a:cubicBezTo>
                <a:lnTo>
                  <a:pt x="71455" y="49544"/>
                </a:lnTo>
                <a:lnTo>
                  <a:pt x="71455" y="32238"/>
                </a:lnTo>
                <a:cubicBezTo>
                  <a:pt x="67826" y="31178"/>
                  <a:pt x="64254" y="29782"/>
                  <a:pt x="60793" y="28052"/>
                </a:cubicBezTo>
                <a:cubicBezTo>
                  <a:pt x="58504" y="26907"/>
                  <a:pt x="56075" y="26098"/>
                  <a:pt x="53591" y="25595"/>
                </a:cubicBezTo>
                <a:lnTo>
                  <a:pt x="53591" y="45804"/>
                </a:lnTo>
                <a:cubicBezTo>
                  <a:pt x="49963" y="45692"/>
                  <a:pt x="46334" y="46027"/>
                  <a:pt x="42789" y="46809"/>
                </a:cubicBezTo>
                <a:lnTo>
                  <a:pt x="35727" y="48344"/>
                </a:lnTo>
                <a:lnTo>
                  <a:pt x="35727" y="27354"/>
                </a:lnTo>
                <a:lnTo>
                  <a:pt x="17864" y="31820"/>
                </a:lnTo>
                <a:lnTo>
                  <a:pt x="17864" y="52224"/>
                </a:lnTo>
                <a:close/>
                <a:moveTo>
                  <a:pt x="89319" y="93701"/>
                </a:moveTo>
                <a:cubicBezTo>
                  <a:pt x="94008" y="94120"/>
                  <a:pt x="98781" y="93505"/>
                  <a:pt x="103275" y="91803"/>
                </a:cubicBezTo>
                <a:lnTo>
                  <a:pt x="107182" y="90351"/>
                </a:lnTo>
                <a:lnTo>
                  <a:pt x="107182" y="70338"/>
                </a:lnTo>
                <a:lnTo>
                  <a:pt x="104977" y="70841"/>
                </a:lnTo>
                <a:cubicBezTo>
                  <a:pt x="99842" y="72041"/>
                  <a:pt x="94566" y="72432"/>
                  <a:pt x="89319" y="72097"/>
                </a:cubicBezTo>
                <a:lnTo>
                  <a:pt x="89319" y="93701"/>
                </a:lnTo>
                <a:close/>
                <a:moveTo>
                  <a:pt x="107182" y="52000"/>
                </a:moveTo>
                <a:lnTo>
                  <a:pt x="107182" y="32238"/>
                </a:lnTo>
                <a:cubicBezTo>
                  <a:pt x="101349" y="33941"/>
                  <a:pt x="95348" y="34778"/>
                  <a:pt x="89319" y="34778"/>
                </a:cubicBezTo>
                <a:lnTo>
                  <a:pt x="89319" y="54149"/>
                </a:lnTo>
                <a:cubicBezTo>
                  <a:pt x="93198" y="54540"/>
                  <a:pt x="97134" y="54289"/>
                  <a:pt x="100958" y="53424"/>
                </a:cubicBezTo>
                <a:lnTo>
                  <a:pt x="107182" y="5197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2119" y="3938954"/>
            <a:ext cx="76814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Goal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88194" y="3938954"/>
            <a:ext cx="134871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+ Payment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741" y="4559719"/>
            <a:ext cx="5662804" cy="2295490"/>
          </a:xfrm>
          <a:custGeom>
            <a:avLst/>
            <a:gdLst/>
            <a:ahLst/>
            <a:cxnLst/>
            <a:rect l="l" t="t" r="r" b="b"/>
            <a:pathLst>
              <a:path w="5662804" h="2295490">
                <a:moveTo>
                  <a:pt x="107176" y="0"/>
                </a:moveTo>
                <a:lnTo>
                  <a:pt x="5555628" y="0"/>
                </a:lnTo>
                <a:cubicBezTo>
                  <a:pt x="5614820" y="0"/>
                  <a:pt x="5662804" y="47985"/>
                  <a:pt x="5662804" y="107176"/>
                </a:cubicBezTo>
                <a:lnTo>
                  <a:pt x="5662804" y="2188314"/>
                </a:lnTo>
                <a:cubicBezTo>
                  <a:pt x="5662804" y="2247506"/>
                  <a:pt x="5614820" y="2295490"/>
                  <a:pt x="5555628" y="2295490"/>
                </a:cubicBezTo>
                <a:lnTo>
                  <a:pt x="107176" y="2295490"/>
                </a:lnTo>
                <a:cubicBezTo>
                  <a:pt x="47985" y="2295490"/>
                  <a:pt x="0" y="2247506"/>
                  <a:pt x="0" y="2188314"/>
                </a:cubicBezTo>
                <a:lnTo>
                  <a:pt x="0" y="107176"/>
                </a:lnTo>
                <a:cubicBezTo>
                  <a:pt x="0" y="48024"/>
                  <a:pt x="48024" y="0"/>
                  <a:pt x="10717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116" y="4707095"/>
            <a:ext cx="5448440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Allocation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9116" y="5064369"/>
            <a:ext cx="5368053" cy="357275"/>
          </a:xfrm>
          <a:custGeom>
            <a:avLst/>
            <a:gdLst/>
            <a:ahLst/>
            <a:cxnLst/>
            <a:rect l="l" t="t" r="r" b="b"/>
            <a:pathLst>
              <a:path w="5368053" h="357275">
                <a:moveTo>
                  <a:pt x="71455" y="0"/>
                </a:moveTo>
                <a:lnTo>
                  <a:pt x="5296598" y="0"/>
                </a:lnTo>
                <a:cubicBezTo>
                  <a:pt x="5336061" y="0"/>
                  <a:pt x="5368053" y="31991"/>
                  <a:pt x="5368053" y="71455"/>
                </a:cubicBezTo>
                <a:lnTo>
                  <a:pt x="5368053" y="285820"/>
                </a:lnTo>
                <a:cubicBezTo>
                  <a:pt x="5368053" y="325283"/>
                  <a:pt x="5336061" y="357275"/>
                  <a:pt x="5296598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80571" y="5135824"/>
            <a:ext cx="130405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Engineers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1640" y="5207279"/>
            <a:ext cx="857459" cy="71455"/>
          </a:xfrm>
          <a:custGeom>
            <a:avLst/>
            <a:gdLst/>
            <a:ahLst/>
            <a:cxnLst/>
            <a:rect l="l" t="t" r="r" b="b"/>
            <a:pathLst>
              <a:path w="857459" h="71455">
                <a:moveTo>
                  <a:pt x="35727" y="0"/>
                </a:moveTo>
                <a:lnTo>
                  <a:pt x="821732" y="0"/>
                </a:lnTo>
                <a:cubicBezTo>
                  <a:pt x="841464" y="0"/>
                  <a:pt x="857459" y="15996"/>
                  <a:pt x="857459" y="35727"/>
                </a:cubicBezTo>
                <a:lnTo>
                  <a:pt x="857459" y="35727"/>
                </a:lnTo>
                <a:cubicBezTo>
                  <a:pt x="857459" y="55459"/>
                  <a:pt x="841464" y="71455"/>
                  <a:pt x="821732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11640" y="5207279"/>
            <a:ext cx="598435" cy="71455"/>
          </a:xfrm>
          <a:custGeom>
            <a:avLst/>
            <a:gdLst/>
            <a:ahLst/>
            <a:cxnLst/>
            <a:rect l="l" t="t" r="r" b="b"/>
            <a:pathLst>
              <a:path w="598435" h="71455">
                <a:moveTo>
                  <a:pt x="35727" y="0"/>
                </a:moveTo>
                <a:lnTo>
                  <a:pt x="562708" y="0"/>
                </a:lnTo>
                <a:cubicBezTo>
                  <a:pt x="582439" y="0"/>
                  <a:pt x="598435" y="15996"/>
                  <a:pt x="598435" y="35727"/>
                </a:cubicBezTo>
                <a:lnTo>
                  <a:pt x="598435" y="35727"/>
                </a:lnTo>
                <a:cubicBezTo>
                  <a:pt x="598435" y="55459"/>
                  <a:pt x="582439" y="71455"/>
                  <a:pt x="562708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554" y="5153688"/>
            <a:ext cx="42873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devs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9116" y="5493099"/>
            <a:ext cx="5368053" cy="357275"/>
          </a:xfrm>
          <a:custGeom>
            <a:avLst/>
            <a:gdLst/>
            <a:ahLst/>
            <a:cxnLst/>
            <a:rect l="l" t="t" r="r" b="b"/>
            <a:pathLst>
              <a:path w="5368053" h="357275">
                <a:moveTo>
                  <a:pt x="71455" y="0"/>
                </a:moveTo>
                <a:lnTo>
                  <a:pt x="5296598" y="0"/>
                </a:lnTo>
                <a:cubicBezTo>
                  <a:pt x="5336061" y="0"/>
                  <a:pt x="5368053" y="31991"/>
                  <a:pt x="5368053" y="71455"/>
                </a:cubicBezTo>
                <a:lnTo>
                  <a:pt x="5368053" y="285820"/>
                </a:lnTo>
                <a:cubicBezTo>
                  <a:pt x="5368053" y="325283"/>
                  <a:pt x="5336061" y="357275"/>
                  <a:pt x="5296598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80571" y="5564554"/>
            <a:ext cx="127725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Engineers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12757" y="5636009"/>
            <a:ext cx="857459" cy="71455"/>
          </a:xfrm>
          <a:custGeom>
            <a:avLst/>
            <a:gdLst/>
            <a:ahLst/>
            <a:cxnLst/>
            <a:rect l="l" t="t" r="r" b="b"/>
            <a:pathLst>
              <a:path w="857459" h="71455">
                <a:moveTo>
                  <a:pt x="35727" y="0"/>
                </a:moveTo>
                <a:lnTo>
                  <a:pt x="821732" y="0"/>
                </a:lnTo>
                <a:cubicBezTo>
                  <a:pt x="841464" y="0"/>
                  <a:pt x="857459" y="15996"/>
                  <a:pt x="857459" y="35727"/>
                </a:cubicBezTo>
                <a:lnTo>
                  <a:pt x="857459" y="35727"/>
                </a:lnTo>
                <a:cubicBezTo>
                  <a:pt x="857459" y="55459"/>
                  <a:pt x="841464" y="71455"/>
                  <a:pt x="821732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12757" y="5636009"/>
            <a:ext cx="518048" cy="71455"/>
          </a:xfrm>
          <a:custGeom>
            <a:avLst/>
            <a:gdLst/>
            <a:ahLst/>
            <a:cxnLst/>
            <a:rect l="l" t="t" r="r" b="b"/>
            <a:pathLst>
              <a:path w="518048" h="71455">
                <a:moveTo>
                  <a:pt x="35727" y="0"/>
                </a:moveTo>
                <a:lnTo>
                  <a:pt x="482321" y="0"/>
                </a:lnTo>
                <a:cubicBezTo>
                  <a:pt x="502053" y="0"/>
                  <a:pt x="518048" y="15996"/>
                  <a:pt x="518048" y="35727"/>
                </a:cubicBezTo>
                <a:lnTo>
                  <a:pt x="518048" y="35727"/>
                </a:lnTo>
                <a:cubicBezTo>
                  <a:pt x="518048" y="55459"/>
                  <a:pt x="502053" y="71455"/>
                  <a:pt x="482321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4" name="Text 32"/>
          <p:cNvSpPr/>
          <p:nvPr/>
        </p:nvSpPr>
        <p:spPr>
          <a:xfrm>
            <a:off x="5441671" y="5582418"/>
            <a:ext cx="41979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devs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9116" y="5921829"/>
            <a:ext cx="5368053" cy="357275"/>
          </a:xfrm>
          <a:custGeom>
            <a:avLst/>
            <a:gdLst/>
            <a:ahLst/>
            <a:cxnLst/>
            <a:rect l="l" t="t" r="r" b="b"/>
            <a:pathLst>
              <a:path w="5368053" h="357275">
                <a:moveTo>
                  <a:pt x="71455" y="0"/>
                </a:moveTo>
                <a:lnTo>
                  <a:pt x="5296598" y="0"/>
                </a:lnTo>
                <a:cubicBezTo>
                  <a:pt x="5336061" y="0"/>
                  <a:pt x="5368053" y="31991"/>
                  <a:pt x="5368053" y="71455"/>
                </a:cubicBezTo>
                <a:lnTo>
                  <a:pt x="5368053" y="285820"/>
                </a:lnTo>
                <a:cubicBezTo>
                  <a:pt x="5368053" y="325283"/>
                  <a:pt x="5336061" y="357275"/>
                  <a:pt x="5296598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80571" y="5993284"/>
            <a:ext cx="92891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Engineers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96632" y="6064738"/>
            <a:ext cx="857459" cy="71455"/>
          </a:xfrm>
          <a:custGeom>
            <a:avLst/>
            <a:gdLst/>
            <a:ahLst/>
            <a:cxnLst/>
            <a:rect l="l" t="t" r="r" b="b"/>
            <a:pathLst>
              <a:path w="857459" h="71455">
                <a:moveTo>
                  <a:pt x="35727" y="0"/>
                </a:moveTo>
                <a:lnTo>
                  <a:pt x="821732" y="0"/>
                </a:lnTo>
                <a:cubicBezTo>
                  <a:pt x="841464" y="0"/>
                  <a:pt x="857459" y="15996"/>
                  <a:pt x="857459" y="35727"/>
                </a:cubicBezTo>
                <a:lnTo>
                  <a:pt x="857459" y="35727"/>
                </a:lnTo>
                <a:cubicBezTo>
                  <a:pt x="857459" y="55459"/>
                  <a:pt x="841464" y="71455"/>
                  <a:pt x="821732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96632" y="6064738"/>
            <a:ext cx="339411" cy="71455"/>
          </a:xfrm>
          <a:custGeom>
            <a:avLst/>
            <a:gdLst/>
            <a:ahLst/>
            <a:cxnLst/>
            <a:rect l="l" t="t" r="r" b="b"/>
            <a:pathLst>
              <a:path w="339411" h="71455">
                <a:moveTo>
                  <a:pt x="35727" y="0"/>
                </a:moveTo>
                <a:lnTo>
                  <a:pt x="303684" y="0"/>
                </a:lnTo>
                <a:cubicBezTo>
                  <a:pt x="323415" y="0"/>
                  <a:pt x="339411" y="15996"/>
                  <a:pt x="339411" y="35727"/>
                </a:cubicBezTo>
                <a:lnTo>
                  <a:pt x="339411" y="35727"/>
                </a:lnTo>
                <a:cubicBezTo>
                  <a:pt x="339411" y="55459"/>
                  <a:pt x="323415" y="71455"/>
                  <a:pt x="303684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9" name="Text 37"/>
          <p:cNvSpPr/>
          <p:nvPr/>
        </p:nvSpPr>
        <p:spPr>
          <a:xfrm>
            <a:off x="5525547" y="6011147"/>
            <a:ext cx="33941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dev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9116" y="6350558"/>
            <a:ext cx="5368053" cy="357275"/>
          </a:xfrm>
          <a:custGeom>
            <a:avLst/>
            <a:gdLst/>
            <a:ahLst/>
            <a:cxnLst/>
            <a:rect l="l" t="t" r="r" b="b"/>
            <a:pathLst>
              <a:path w="5368053" h="357275">
                <a:moveTo>
                  <a:pt x="71455" y="0"/>
                </a:moveTo>
                <a:lnTo>
                  <a:pt x="5296598" y="0"/>
                </a:lnTo>
                <a:cubicBezTo>
                  <a:pt x="5336061" y="0"/>
                  <a:pt x="5368053" y="31991"/>
                  <a:pt x="5368053" y="71455"/>
                </a:cubicBezTo>
                <a:lnTo>
                  <a:pt x="5368053" y="285820"/>
                </a:lnTo>
                <a:cubicBezTo>
                  <a:pt x="5368053" y="325283"/>
                  <a:pt x="5336061" y="357275"/>
                  <a:pt x="5296598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80571" y="6422013"/>
            <a:ext cx="1170075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Designer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66143" y="6493468"/>
            <a:ext cx="857459" cy="71455"/>
          </a:xfrm>
          <a:custGeom>
            <a:avLst/>
            <a:gdLst/>
            <a:ahLst/>
            <a:cxnLst/>
            <a:rect l="l" t="t" r="r" b="b"/>
            <a:pathLst>
              <a:path w="857459" h="71455">
                <a:moveTo>
                  <a:pt x="35727" y="0"/>
                </a:moveTo>
                <a:lnTo>
                  <a:pt x="821732" y="0"/>
                </a:lnTo>
                <a:cubicBezTo>
                  <a:pt x="841464" y="0"/>
                  <a:pt x="857459" y="15996"/>
                  <a:pt x="857459" y="35727"/>
                </a:cubicBezTo>
                <a:lnTo>
                  <a:pt x="857459" y="35727"/>
                </a:lnTo>
                <a:cubicBezTo>
                  <a:pt x="857459" y="55459"/>
                  <a:pt x="841464" y="71455"/>
                  <a:pt x="821732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66143" y="6493468"/>
            <a:ext cx="259024" cy="71455"/>
          </a:xfrm>
          <a:custGeom>
            <a:avLst/>
            <a:gdLst/>
            <a:ahLst/>
            <a:cxnLst/>
            <a:rect l="l" t="t" r="r" b="b"/>
            <a:pathLst>
              <a:path w="259024" h="71455">
                <a:moveTo>
                  <a:pt x="35727" y="0"/>
                </a:moveTo>
                <a:lnTo>
                  <a:pt x="223297" y="0"/>
                </a:lnTo>
                <a:cubicBezTo>
                  <a:pt x="243028" y="0"/>
                  <a:pt x="259024" y="15996"/>
                  <a:pt x="259024" y="35727"/>
                </a:cubicBezTo>
                <a:lnTo>
                  <a:pt x="259024" y="35727"/>
                </a:lnTo>
                <a:cubicBezTo>
                  <a:pt x="259024" y="55459"/>
                  <a:pt x="243028" y="71455"/>
                  <a:pt x="223297" y="71455"/>
                </a:cubicBezTo>
                <a:lnTo>
                  <a:pt x="35727" y="71455"/>
                </a:lnTo>
                <a:cubicBezTo>
                  <a:pt x="15996" y="71455"/>
                  <a:pt x="0" y="55459"/>
                  <a:pt x="0" y="3572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4" name="Text 42"/>
          <p:cNvSpPr/>
          <p:nvPr/>
        </p:nvSpPr>
        <p:spPr>
          <a:xfrm>
            <a:off x="5395058" y="6439877"/>
            <a:ext cx="47338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 dev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3386" y="1469292"/>
            <a:ext cx="5662804" cy="3403042"/>
          </a:xfrm>
          <a:custGeom>
            <a:avLst/>
            <a:gdLst/>
            <a:ahLst/>
            <a:cxnLst/>
            <a:rect l="l" t="t" r="r" b="b"/>
            <a:pathLst>
              <a:path w="5662804" h="3403042">
                <a:moveTo>
                  <a:pt x="107196" y="0"/>
                </a:moveTo>
                <a:lnTo>
                  <a:pt x="5555609" y="0"/>
                </a:lnTo>
                <a:cubicBezTo>
                  <a:pt x="5614811" y="0"/>
                  <a:pt x="5662804" y="47993"/>
                  <a:pt x="5662804" y="107196"/>
                </a:cubicBezTo>
                <a:lnTo>
                  <a:pt x="5662804" y="3295846"/>
                </a:lnTo>
                <a:cubicBezTo>
                  <a:pt x="5662804" y="3355049"/>
                  <a:pt x="5614811" y="3403042"/>
                  <a:pt x="5555609" y="3403042"/>
                </a:cubicBezTo>
                <a:lnTo>
                  <a:pt x="107196" y="3403042"/>
                </a:lnTo>
                <a:cubicBezTo>
                  <a:pt x="47993" y="3403042"/>
                  <a:pt x="0" y="3355049"/>
                  <a:pt x="0" y="3295846"/>
                </a:cubicBezTo>
                <a:lnTo>
                  <a:pt x="0" y="107196"/>
                </a:lnTo>
                <a:cubicBezTo>
                  <a:pt x="0" y="48033"/>
                  <a:pt x="48033" y="0"/>
                  <a:pt x="10719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0762" y="1616668"/>
            <a:ext cx="5457371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5228" y="2014136"/>
            <a:ext cx="5359121" cy="616299"/>
          </a:xfrm>
          <a:custGeom>
            <a:avLst/>
            <a:gdLst/>
            <a:ahLst/>
            <a:cxnLst/>
            <a:rect l="l" t="t" r="r" b="b"/>
            <a:pathLst>
              <a:path w="5359121" h="616299">
                <a:moveTo>
                  <a:pt x="71454" y="0"/>
                </a:moveTo>
                <a:lnTo>
                  <a:pt x="5287667" y="0"/>
                </a:lnTo>
                <a:cubicBezTo>
                  <a:pt x="5327130" y="0"/>
                  <a:pt x="5359121" y="31991"/>
                  <a:pt x="5359121" y="71454"/>
                </a:cubicBezTo>
                <a:lnTo>
                  <a:pt x="5359121" y="544845"/>
                </a:lnTo>
                <a:cubicBezTo>
                  <a:pt x="5359121" y="584308"/>
                  <a:pt x="5327130" y="616299"/>
                  <a:pt x="5287667" y="616299"/>
                </a:cubicBezTo>
                <a:lnTo>
                  <a:pt x="71454" y="616299"/>
                </a:lnTo>
                <a:cubicBezTo>
                  <a:pt x="32017" y="616299"/>
                  <a:pt x="0" y="584282"/>
                  <a:pt x="0" y="544845"/>
                </a:cubicBezTo>
                <a:lnTo>
                  <a:pt x="0" y="71454"/>
                </a:lnTo>
                <a:cubicBezTo>
                  <a:pt x="0" y="32017"/>
                  <a:pt x="32017" y="0"/>
                  <a:pt x="71454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36876" y="2125785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35727" y="0"/>
                </a:moveTo>
                <a:lnTo>
                  <a:pt x="250092" y="0"/>
                </a:lnTo>
                <a:cubicBezTo>
                  <a:pt x="269824" y="0"/>
                  <a:pt x="285820" y="15996"/>
                  <a:pt x="285820" y="35727"/>
                </a:cubicBezTo>
                <a:lnTo>
                  <a:pt x="285820" y="250092"/>
                </a:lnTo>
                <a:cubicBezTo>
                  <a:pt x="285820" y="269824"/>
                  <a:pt x="269824" y="285820"/>
                  <a:pt x="250092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54735" y="2179376"/>
            <a:ext cx="11611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29879" y="2125785"/>
            <a:ext cx="481427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Dashboard MVP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29879" y="2340149"/>
            <a:ext cx="480534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dashboard module with 5 key metrics • 13 pts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5228" y="2710822"/>
            <a:ext cx="5359121" cy="616299"/>
          </a:xfrm>
          <a:custGeom>
            <a:avLst/>
            <a:gdLst/>
            <a:ahLst/>
            <a:cxnLst/>
            <a:rect l="l" t="t" r="r" b="b"/>
            <a:pathLst>
              <a:path w="5359121" h="616299">
                <a:moveTo>
                  <a:pt x="71454" y="0"/>
                </a:moveTo>
                <a:lnTo>
                  <a:pt x="5287667" y="0"/>
                </a:lnTo>
                <a:cubicBezTo>
                  <a:pt x="5327130" y="0"/>
                  <a:pt x="5359121" y="31991"/>
                  <a:pt x="5359121" y="71454"/>
                </a:cubicBezTo>
                <a:lnTo>
                  <a:pt x="5359121" y="544845"/>
                </a:lnTo>
                <a:cubicBezTo>
                  <a:pt x="5359121" y="584308"/>
                  <a:pt x="5327130" y="616299"/>
                  <a:pt x="5287667" y="616299"/>
                </a:cubicBezTo>
                <a:lnTo>
                  <a:pt x="71454" y="616299"/>
                </a:lnTo>
                <a:cubicBezTo>
                  <a:pt x="32017" y="616299"/>
                  <a:pt x="0" y="584282"/>
                  <a:pt x="0" y="544845"/>
                </a:cubicBezTo>
                <a:lnTo>
                  <a:pt x="0" y="71454"/>
                </a:lnTo>
                <a:cubicBezTo>
                  <a:pt x="0" y="32017"/>
                  <a:pt x="32017" y="0"/>
                  <a:pt x="71454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36876" y="2822470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35727" y="0"/>
                </a:moveTo>
                <a:lnTo>
                  <a:pt x="250092" y="0"/>
                </a:lnTo>
                <a:cubicBezTo>
                  <a:pt x="269824" y="0"/>
                  <a:pt x="285820" y="15996"/>
                  <a:pt x="285820" y="35727"/>
                </a:cubicBezTo>
                <a:lnTo>
                  <a:pt x="285820" y="250092"/>
                </a:lnTo>
                <a:cubicBezTo>
                  <a:pt x="285820" y="269824"/>
                  <a:pt x="269824" y="285820"/>
                  <a:pt x="250092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543431" y="2876062"/>
            <a:ext cx="13397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29879" y="2822470"/>
            <a:ext cx="481427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Flow Optimization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29879" y="3036835"/>
            <a:ext cx="480534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improvements &amp; Apple Pay integration • 10 pts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5228" y="3407508"/>
            <a:ext cx="5359121" cy="616299"/>
          </a:xfrm>
          <a:custGeom>
            <a:avLst/>
            <a:gdLst/>
            <a:ahLst/>
            <a:cxnLst/>
            <a:rect l="l" t="t" r="r" b="b"/>
            <a:pathLst>
              <a:path w="5359121" h="616299">
                <a:moveTo>
                  <a:pt x="71454" y="0"/>
                </a:moveTo>
                <a:lnTo>
                  <a:pt x="5287667" y="0"/>
                </a:lnTo>
                <a:cubicBezTo>
                  <a:pt x="5327130" y="0"/>
                  <a:pt x="5359121" y="31991"/>
                  <a:pt x="5359121" y="71454"/>
                </a:cubicBezTo>
                <a:lnTo>
                  <a:pt x="5359121" y="544845"/>
                </a:lnTo>
                <a:cubicBezTo>
                  <a:pt x="5359121" y="584308"/>
                  <a:pt x="5327130" y="616299"/>
                  <a:pt x="5287667" y="616299"/>
                </a:cubicBezTo>
                <a:lnTo>
                  <a:pt x="71454" y="616299"/>
                </a:lnTo>
                <a:cubicBezTo>
                  <a:pt x="32017" y="616299"/>
                  <a:pt x="0" y="584282"/>
                  <a:pt x="0" y="544845"/>
                </a:cubicBezTo>
                <a:lnTo>
                  <a:pt x="0" y="71454"/>
                </a:lnTo>
                <a:cubicBezTo>
                  <a:pt x="0" y="32017"/>
                  <a:pt x="32017" y="0"/>
                  <a:pt x="71454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36876" y="3519156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35727" y="0"/>
                </a:moveTo>
                <a:lnTo>
                  <a:pt x="250092" y="0"/>
                </a:lnTo>
                <a:cubicBezTo>
                  <a:pt x="269824" y="0"/>
                  <a:pt x="285820" y="15996"/>
                  <a:pt x="285820" y="35727"/>
                </a:cubicBezTo>
                <a:lnTo>
                  <a:pt x="285820" y="250092"/>
                </a:lnTo>
                <a:cubicBezTo>
                  <a:pt x="285820" y="269824"/>
                  <a:pt x="269824" y="285820"/>
                  <a:pt x="250092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542873" y="3572747"/>
            <a:ext cx="13397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29879" y="3519156"/>
            <a:ext cx="481427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Design Finalization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29879" y="3733521"/>
            <a:ext cx="480534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High-fidelity mockups &amp; design system updates • 5 pts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25228" y="4104193"/>
            <a:ext cx="5359121" cy="616299"/>
          </a:xfrm>
          <a:custGeom>
            <a:avLst/>
            <a:gdLst/>
            <a:ahLst/>
            <a:cxnLst/>
            <a:rect l="l" t="t" r="r" b="b"/>
            <a:pathLst>
              <a:path w="5359121" h="616299">
                <a:moveTo>
                  <a:pt x="71454" y="0"/>
                </a:moveTo>
                <a:lnTo>
                  <a:pt x="5287667" y="0"/>
                </a:lnTo>
                <a:cubicBezTo>
                  <a:pt x="5327130" y="0"/>
                  <a:pt x="5359121" y="31991"/>
                  <a:pt x="5359121" y="71454"/>
                </a:cubicBezTo>
                <a:lnTo>
                  <a:pt x="5359121" y="544845"/>
                </a:lnTo>
                <a:cubicBezTo>
                  <a:pt x="5359121" y="584308"/>
                  <a:pt x="5327130" y="616299"/>
                  <a:pt x="5287667" y="616299"/>
                </a:cubicBezTo>
                <a:lnTo>
                  <a:pt x="71454" y="616299"/>
                </a:lnTo>
                <a:cubicBezTo>
                  <a:pt x="32017" y="616299"/>
                  <a:pt x="0" y="584282"/>
                  <a:pt x="0" y="544845"/>
                </a:cubicBezTo>
                <a:lnTo>
                  <a:pt x="0" y="71454"/>
                </a:lnTo>
                <a:cubicBezTo>
                  <a:pt x="0" y="32017"/>
                  <a:pt x="32017" y="0"/>
                  <a:pt x="71454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36876" y="4215842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35727" y="0"/>
                </a:moveTo>
                <a:lnTo>
                  <a:pt x="250092" y="0"/>
                </a:lnTo>
                <a:cubicBezTo>
                  <a:pt x="269824" y="0"/>
                  <a:pt x="285820" y="15996"/>
                  <a:pt x="285820" y="35727"/>
                </a:cubicBezTo>
                <a:lnTo>
                  <a:pt x="285820" y="250092"/>
                </a:lnTo>
                <a:cubicBezTo>
                  <a:pt x="285820" y="269824"/>
                  <a:pt x="269824" y="285820"/>
                  <a:pt x="250092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542942" y="4269433"/>
            <a:ext cx="13397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29879" y="4215842"/>
            <a:ext cx="481427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Fixes &amp; Tech Debt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29879" y="4430207"/>
            <a:ext cx="480534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4 P2 bugs and refactoring • 4 pts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73386" y="5024176"/>
            <a:ext cx="5662804" cy="1831033"/>
          </a:xfrm>
          <a:custGeom>
            <a:avLst/>
            <a:gdLst/>
            <a:ahLst/>
            <a:cxnLst/>
            <a:rect l="l" t="t" r="r" b="b"/>
            <a:pathLst>
              <a:path w="5662804" h="1831033">
                <a:moveTo>
                  <a:pt x="107189" y="0"/>
                </a:moveTo>
                <a:lnTo>
                  <a:pt x="5555616" y="0"/>
                </a:lnTo>
                <a:cubicBezTo>
                  <a:pt x="5614814" y="0"/>
                  <a:pt x="5662804" y="47990"/>
                  <a:pt x="5662804" y="107189"/>
                </a:cubicBezTo>
                <a:lnTo>
                  <a:pt x="5662804" y="1723844"/>
                </a:lnTo>
                <a:cubicBezTo>
                  <a:pt x="5662804" y="1783043"/>
                  <a:pt x="5614814" y="1831033"/>
                  <a:pt x="5555616" y="1831033"/>
                </a:cubicBezTo>
                <a:lnTo>
                  <a:pt x="107189" y="1831033"/>
                </a:lnTo>
                <a:cubicBezTo>
                  <a:pt x="47990" y="1831033"/>
                  <a:pt x="0" y="1783043"/>
                  <a:pt x="0" y="1723844"/>
                </a:cubicBezTo>
                <a:lnTo>
                  <a:pt x="0" y="107189"/>
                </a:lnTo>
                <a:cubicBezTo>
                  <a:pt x="0" y="47990"/>
                  <a:pt x="47990" y="0"/>
                  <a:pt x="10718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FFA500">
                <a:alpha val="5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43092" y="5216211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80387" y="0"/>
                </a:moveTo>
                <a:cubicBezTo>
                  <a:pt x="85003" y="0"/>
                  <a:pt x="89242" y="2543"/>
                  <a:pt x="91440" y="6594"/>
                </a:cubicBezTo>
                <a:lnTo>
                  <a:pt x="159266" y="132199"/>
                </a:lnTo>
                <a:cubicBezTo>
                  <a:pt x="161370" y="136092"/>
                  <a:pt x="161276" y="140803"/>
                  <a:pt x="159015" y="144602"/>
                </a:cubicBezTo>
                <a:cubicBezTo>
                  <a:pt x="156754" y="148402"/>
                  <a:pt x="152641" y="150725"/>
                  <a:pt x="148213" y="150725"/>
                </a:cubicBezTo>
                <a:lnTo>
                  <a:pt x="12560" y="150725"/>
                </a:lnTo>
                <a:cubicBezTo>
                  <a:pt x="8133" y="150725"/>
                  <a:pt x="4051" y="148402"/>
                  <a:pt x="1758" y="144602"/>
                </a:cubicBezTo>
                <a:cubicBezTo>
                  <a:pt x="-534" y="140803"/>
                  <a:pt x="-597" y="136092"/>
                  <a:pt x="1507" y="132199"/>
                </a:cubicBezTo>
                <a:lnTo>
                  <a:pt x="69334" y="6594"/>
                </a:lnTo>
                <a:cubicBezTo>
                  <a:pt x="71532" y="2543"/>
                  <a:pt x="75771" y="0"/>
                  <a:pt x="80387" y="0"/>
                </a:cubicBezTo>
                <a:close/>
                <a:moveTo>
                  <a:pt x="80387" y="52754"/>
                </a:moveTo>
                <a:cubicBezTo>
                  <a:pt x="76210" y="52754"/>
                  <a:pt x="72851" y="56114"/>
                  <a:pt x="72851" y="60290"/>
                </a:cubicBezTo>
                <a:lnTo>
                  <a:pt x="72851" y="95459"/>
                </a:lnTo>
                <a:cubicBezTo>
                  <a:pt x="72851" y="99636"/>
                  <a:pt x="76210" y="102996"/>
                  <a:pt x="80387" y="102996"/>
                </a:cubicBezTo>
                <a:cubicBezTo>
                  <a:pt x="84563" y="102996"/>
                  <a:pt x="87923" y="99636"/>
                  <a:pt x="87923" y="95459"/>
                </a:cubicBezTo>
                <a:lnTo>
                  <a:pt x="87923" y="60290"/>
                </a:lnTo>
                <a:cubicBezTo>
                  <a:pt x="87923" y="56114"/>
                  <a:pt x="84563" y="52754"/>
                  <a:pt x="80387" y="52754"/>
                </a:cubicBezTo>
                <a:close/>
                <a:moveTo>
                  <a:pt x="88771" y="120580"/>
                </a:moveTo>
                <a:cubicBezTo>
                  <a:pt x="88962" y="117468"/>
                  <a:pt x="87410" y="114507"/>
                  <a:pt x="84742" y="112894"/>
                </a:cubicBezTo>
                <a:cubicBezTo>
                  <a:pt x="82074" y="111280"/>
                  <a:pt x="78731" y="111280"/>
                  <a:pt x="76063" y="112894"/>
                </a:cubicBezTo>
                <a:cubicBezTo>
                  <a:pt x="73395" y="114507"/>
                  <a:pt x="71843" y="117468"/>
                  <a:pt x="72034" y="120580"/>
                </a:cubicBezTo>
                <a:cubicBezTo>
                  <a:pt x="71843" y="123692"/>
                  <a:pt x="73395" y="126653"/>
                  <a:pt x="76063" y="128267"/>
                </a:cubicBezTo>
                <a:cubicBezTo>
                  <a:pt x="78731" y="129881"/>
                  <a:pt x="82074" y="129881"/>
                  <a:pt x="84742" y="128267"/>
                </a:cubicBezTo>
                <a:cubicBezTo>
                  <a:pt x="87410" y="126653"/>
                  <a:pt x="88962" y="123692"/>
                  <a:pt x="88771" y="12058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69" name="Text 67"/>
          <p:cNvSpPr/>
          <p:nvPr/>
        </p:nvSpPr>
        <p:spPr>
          <a:xfrm>
            <a:off x="6526195" y="5171552"/>
            <a:ext cx="524300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Risks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25228" y="5533292"/>
            <a:ext cx="5359121" cy="544844"/>
          </a:xfrm>
          <a:custGeom>
            <a:avLst/>
            <a:gdLst/>
            <a:ahLst/>
            <a:cxnLst/>
            <a:rect l="l" t="t" r="r" b="b"/>
            <a:pathLst>
              <a:path w="5359121" h="544844">
                <a:moveTo>
                  <a:pt x="71456" y="0"/>
                </a:moveTo>
                <a:lnTo>
                  <a:pt x="5287665" y="0"/>
                </a:lnTo>
                <a:cubicBezTo>
                  <a:pt x="5327129" y="0"/>
                  <a:pt x="5359121" y="31992"/>
                  <a:pt x="5359121" y="71456"/>
                </a:cubicBezTo>
                <a:lnTo>
                  <a:pt x="5359121" y="473388"/>
                </a:lnTo>
                <a:cubicBezTo>
                  <a:pt x="5359121" y="512852"/>
                  <a:pt x="5327129" y="544844"/>
                  <a:pt x="5287665" y="544844"/>
                </a:cubicBezTo>
                <a:lnTo>
                  <a:pt x="71456" y="544844"/>
                </a:lnTo>
                <a:cubicBezTo>
                  <a:pt x="31992" y="544844"/>
                  <a:pt x="0" y="512852"/>
                  <a:pt x="0" y="473388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1149" y="5609213"/>
            <a:ext cx="527873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Schema Dependency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401149" y="5823578"/>
            <a:ext cx="526980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team delivery by Mar 28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25228" y="6158523"/>
            <a:ext cx="5359121" cy="544844"/>
          </a:xfrm>
          <a:custGeom>
            <a:avLst/>
            <a:gdLst/>
            <a:ahLst/>
            <a:cxnLst/>
            <a:rect l="l" t="t" r="r" b="b"/>
            <a:pathLst>
              <a:path w="5359121" h="544844">
                <a:moveTo>
                  <a:pt x="71456" y="0"/>
                </a:moveTo>
                <a:lnTo>
                  <a:pt x="5287665" y="0"/>
                </a:lnTo>
                <a:cubicBezTo>
                  <a:pt x="5327129" y="0"/>
                  <a:pt x="5359121" y="31992"/>
                  <a:pt x="5359121" y="71456"/>
                </a:cubicBezTo>
                <a:lnTo>
                  <a:pt x="5359121" y="473388"/>
                </a:lnTo>
                <a:cubicBezTo>
                  <a:pt x="5359121" y="512852"/>
                  <a:pt x="5327129" y="544844"/>
                  <a:pt x="5287665" y="544844"/>
                </a:cubicBezTo>
                <a:lnTo>
                  <a:pt x="71456" y="544844"/>
                </a:lnTo>
                <a:cubicBezTo>
                  <a:pt x="31992" y="544844"/>
                  <a:pt x="0" y="512852"/>
                  <a:pt x="0" y="473388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1149" y="6234444"/>
            <a:ext cx="527873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Provider API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01149" y="6448809"/>
            <a:ext cx="526980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Awaiting sandbox credentials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spc="53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INITIATIVE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Optimization: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300" y="1079719"/>
            <a:ext cx="5680077" cy="3016491"/>
          </a:xfrm>
          <a:custGeom>
            <a:avLst/>
            <a:gdLst/>
            <a:ahLst/>
            <a:cxnLst/>
            <a:rect l="l" t="t" r="r" b="b"/>
            <a:pathLst>
              <a:path w="5680077" h="3016491">
                <a:moveTo>
                  <a:pt x="100841" y="0"/>
                </a:moveTo>
                <a:lnTo>
                  <a:pt x="5579236" y="0"/>
                </a:lnTo>
                <a:cubicBezTo>
                  <a:pt x="5634929" y="0"/>
                  <a:pt x="5680077" y="45148"/>
                  <a:pt x="5680077" y="100841"/>
                </a:cubicBezTo>
                <a:lnTo>
                  <a:pt x="5680077" y="2915649"/>
                </a:lnTo>
                <a:cubicBezTo>
                  <a:pt x="5680077" y="2971343"/>
                  <a:pt x="5634929" y="3016491"/>
                  <a:pt x="5579236" y="3016491"/>
                </a:cubicBezTo>
                <a:lnTo>
                  <a:pt x="100841" y="3016491"/>
                </a:lnTo>
                <a:cubicBezTo>
                  <a:pt x="45148" y="3016491"/>
                  <a:pt x="0" y="2971343"/>
                  <a:pt x="0" y="2915649"/>
                </a:cubicBezTo>
                <a:lnTo>
                  <a:pt x="0" y="100841"/>
                </a:lnTo>
                <a:cubicBezTo>
                  <a:pt x="0" y="45185"/>
                  <a:pt x="45185" y="0"/>
                  <a:pt x="10084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948" y="1251970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84025" y="168050"/>
                </a:moveTo>
                <a:cubicBezTo>
                  <a:pt x="130399" y="168050"/>
                  <a:pt x="168050" y="130399"/>
                  <a:pt x="168050" y="84025"/>
                </a:cubicBezTo>
                <a:cubicBezTo>
                  <a:pt x="168050" y="37650"/>
                  <a:pt x="130399" y="0"/>
                  <a:pt x="84025" y="0"/>
                </a:cubicBezTo>
                <a:cubicBezTo>
                  <a:pt x="37650" y="0"/>
                  <a:pt x="0" y="37650"/>
                  <a:pt x="0" y="84025"/>
                </a:cubicBezTo>
                <a:cubicBezTo>
                  <a:pt x="0" y="130399"/>
                  <a:pt x="37650" y="168050"/>
                  <a:pt x="84025" y="168050"/>
                </a:cubicBezTo>
                <a:close/>
                <a:moveTo>
                  <a:pt x="84025" y="44638"/>
                </a:moveTo>
                <a:cubicBezTo>
                  <a:pt x="88390" y="44638"/>
                  <a:pt x="91902" y="48150"/>
                  <a:pt x="91902" y="52516"/>
                </a:cubicBezTo>
                <a:lnTo>
                  <a:pt x="91902" y="89276"/>
                </a:lnTo>
                <a:cubicBezTo>
                  <a:pt x="91902" y="93642"/>
                  <a:pt x="88390" y="97154"/>
                  <a:pt x="84025" y="97154"/>
                </a:cubicBezTo>
                <a:cubicBezTo>
                  <a:pt x="79659" y="97154"/>
                  <a:pt x="76147" y="93642"/>
                  <a:pt x="76147" y="89276"/>
                </a:cubicBezTo>
                <a:lnTo>
                  <a:pt x="76147" y="52516"/>
                </a:lnTo>
                <a:cubicBezTo>
                  <a:pt x="76147" y="48150"/>
                  <a:pt x="79659" y="44638"/>
                  <a:pt x="84025" y="44638"/>
                </a:cubicBezTo>
                <a:close/>
                <a:moveTo>
                  <a:pt x="75261" y="115534"/>
                </a:moveTo>
                <a:cubicBezTo>
                  <a:pt x="75062" y="112281"/>
                  <a:pt x="76684" y="109186"/>
                  <a:pt x="79473" y="107500"/>
                </a:cubicBezTo>
                <a:cubicBezTo>
                  <a:pt x="82261" y="105813"/>
                  <a:pt x="85756" y="105813"/>
                  <a:pt x="88544" y="107500"/>
                </a:cubicBezTo>
                <a:cubicBezTo>
                  <a:pt x="91333" y="109186"/>
                  <a:pt x="92955" y="112281"/>
                  <a:pt x="92756" y="115534"/>
                </a:cubicBezTo>
                <a:cubicBezTo>
                  <a:pt x="92955" y="118787"/>
                  <a:pt x="91333" y="121882"/>
                  <a:pt x="88544" y="123569"/>
                </a:cubicBezTo>
                <a:cubicBezTo>
                  <a:pt x="85756" y="125255"/>
                  <a:pt x="82261" y="125255"/>
                  <a:pt x="79473" y="123569"/>
                </a:cubicBezTo>
                <a:cubicBezTo>
                  <a:pt x="76684" y="121882"/>
                  <a:pt x="75062" y="118787"/>
                  <a:pt x="75261" y="115534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689003" y="1218360"/>
            <a:ext cx="527675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Pain Points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3143" y="1592270"/>
            <a:ext cx="5394393" cy="714211"/>
          </a:xfrm>
          <a:custGeom>
            <a:avLst/>
            <a:gdLst/>
            <a:ahLst/>
            <a:cxnLst/>
            <a:rect l="l" t="t" r="r" b="b"/>
            <a:pathLst>
              <a:path w="5394393" h="714211">
                <a:moveTo>
                  <a:pt x="67222" y="0"/>
                </a:moveTo>
                <a:lnTo>
                  <a:pt x="5327171" y="0"/>
                </a:lnTo>
                <a:cubicBezTo>
                  <a:pt x="5364297" y="0"/>
                  <a:pt x="5394393" y="30096"/>
                  <a:pt x="5394393" y="67222"/>
                </a:cubicBezTo>
                <a:lnTo>
                  <a:pt x="5394393" y="646989"/>
                </a:lnTo>
                <a:cubicBezTo>
                  <a:pt x="5394393" y="684090"/>
                  <a:pt x="5364272" y="714211"/>
                  <a:pt x="5327171" y="714211"/>
                </a:cubicBezTo>
                <a:lnTo>
                  <a:pt x="67222" y="714211"/>
                </a:lnTo>
                <a:cubicBezTo>
                  <a:pt x="30096" y="714211"/>
                  <a:pt x="0" y="684115"/>
                  <a:pt x="0" y="64698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174" y="1730911"/>
            <a:ext cx="150404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Abandonment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4306" y="1697301"/>
            <a:ext cx="504149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8174" y="2033400"/>
            <a:ext cx="5243148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drop off at payment step, losing ~$45K/week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3143" y="2415713"/>
            <a:ext cx="5394393" cy="714211"/>
          </a:xfrm>
          <a:custGeom>
            <a:avLst/>
            <a:gdLst/>
            <a:ahLst/>
            <a:cxnLst/>
            <a:rect l="l" t="t" r="r" b="b"/>
            <a:pathLst>
              <a:path w="5394393" h="714211">
                <a:moveTo>
                  <a:pt x="67222" y="0"/>
                </a:moveTo>
                <a:lnTo>
                  <a:pt x="5327171" y="0"/>
                </a:lnTo>
                <a:cubicBezTo>
                  <a:pt x="5364297" y="0"/>
                  <a:pt x="5394393" y="30096"/>
                  <a:pt x="5394393" y="67222"/>
                </a:cubicBezTo>
                <a:lnTo>
                  <a:pt x="5394393" y="646989"/>
                </a:lnTo>
                <a:cubicBezTo>
                  <a:pt x="5394393" y="684090"/>
                  <a:pt x="5364272" y="714211"/>
                  <a:pt x="5327171" y="714211"/>
                </a:cubicBezTo>
                <a:lnTo>
                  <a:pt x="67222" y="714211"/>
                </a:lnTo>
                <a:cubicBezTo>
                  <a:pt x="30096" y="714211"/>
                  <a:pt x="0" y="684115"/>
                  <a:pt x="0" y="64698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174" y="2554354"/>
            <a:ext cx="156286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Payment Options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30639" y="2520744"/>
            <a:ext cx="104190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methods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8174" y="2856844"/>
            <a:ext cx="5243148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Apple Pay, Google Pay, BNPL options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3143" y="3239156"/>
            <a:ext cx="5394393" cy="714211"/>
          </a:xfrm>
          <a:custGeom>
            <a:avLst/>
            <a:gdLst/>
            <a:ahLst/>
            <a:cxnLst/>
            <a:rect l="l" t="t" r="r" b="b"/>
            <a:pathLst>
              <a:path w="5394393" h="714211">
                <a:moveTo>
                  <a:pt x="67222" y="0"/>
                </a:moveTo>
                <a:lnTo>
                  <a:pt x="5327171" y="0"/>
                </a:lnTo>
                <a:cubicBezTo>
                  <a:pt x="5364297" y="0"/>
                  <a:pt x="5394393" y="30096"/>
                  <a:pt x="5394393" y="67222"/>
                </a:cubicBezTo>
                <a:lnTo>
                  <a:pt x="5394393" y="646989"/>
                </a:lnTo>
                <a:cubicBezTo>
                  <a:pt x="5394393" y="684090"/>
                  <a:pt x="5364272" y="714211"/>
                  <a:pt x="5327171" y="714211"/>
                </a:cubicBezTo>
                <a:lnTo>
                  <a:pt x="67222" y="714211"/>
                </a:lnTo>
                <a:cubicBezTo>
                  <a:pt x="30096" y="714211"/>
                  <a:pt x="0" y="684115"/>
                  <a:pt x="0" y="64698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174" y="3377797"/>
            <a:ext cx="108392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Complexity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7462" y="3344187"/>
            <a:ext cx="83184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fields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8174" y="3680287"/>
            <a:ext cx="5243148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4.2 min to complete checkout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0300" y="4239052"/>
            <a:ext cx="5680077" cy="1856948"/>
          </a:xfrm>
          <a:custGeom>
            <a:avLst/>
            <a:gdLst/>
            <a:ahLst/>
            <a:cxnLst/>
            <a:rect l="l" t="t" r="r" b="b"/>
            <a:pathLst>
              <a:path w="5680077" h="1856948">
                <a:moveTo>
                  <a:pt x="100832" y="0"/>
                </a:moveTo>
                <a:lnTo>
                  <a:pt x="5579245" y="0"/>
                </a:lnTo>
                <a:cubicBezTo>
                  <a:pt x="5634933" y="0"/>
                  <a:pt x="5680077" y="45144"/>
                  <a:pt x="5680077" y="100832"/>
                </a:cubicBezTo>
                <a:lnTo>
                  <a:pt x="5680077" y="1756116"/>
                </a:lnTo>
                <a:cubicBezTo>
                  <a:pt x="5680077" y="1811804"/>
                  <a:pt x="5634933" y="1856948"/>
                  <a:pt x="5579245" y="1856948"/>
                </a:cubicBezTo>
                <a:lnTo>
                  <a:pt x="100832" y="1856948"/>
                </a:lnTo>
                <a:cubicBezTo>
                  <a:pt x="45144" y="1856948"/>
                  <a:pt x="0" y="1811804"/>
                  <a:pt x="0" y="1756116"/>
                </a:cubicBezTo>
                <a:lnTo>
                  <a:pt x="0" y="100832"/>
                </a:lnTo>
                <a:cubicBezTo>
                  <a:pt x="0" y="45144"/>
                  <a:pt x="45144" y="0"/>
                  <a:pt x="100832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941" y="4377693"/>
            <a:ext cx="547841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Feedback Highlights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8941" y="4713792"/>
            <a:ext cx="5402795" cy="369709"/>
          </a:xfrm>
          <a:custGeom>
            <a:avLst/>
            <a:gdLst/>
            <a:ahLst/>
            <a:cxnLst/>
            <a:rect l="l" t="t" r="r" b="b"/>
            <a:pathLst>
              <a:path w="5402795" h="369709">
                <a:moveTo>
                  <a:pt x="67221" y="0"/>
                </a:moveTo>
                <a:lnTo>
                  <a:pt x="5335575" y="0"/>
                </a:lnTo>
                <a:cubicBezTo>
                  <a:pt x="5372700" y="0"/>
                  <a:pt x="5402795" y="30096"/>
                  <a:pt x="5402795" y="67221"/>
                </a:cubicBezTo>
                <a:lnTo>
                  <a:pt x="5402795" y="302489"/>
                </a:lnTo>
                <a:cubicBezTo>
                  <a:pt x="5402795" y="339614"/>
                  <a:pt x="5372700" y="369709"/>
                  <a:pt x="5335575" y="369709"/>
                </a:cubicBezTo>
                <a:lnTo>
                  <a:pt x="67221" y="369709"/>
                </a:lnTo>
                <a:cubicBezTo>
                  <a:pt x="30121" y="369709"/>
                  <a:pt x="0" y="339589"/>
                  <a:pt x="0" y="302489"/>
                </a:cubicBezTo>
                <a:lnTo>
                  <a:pt x="0" y="67221"/>
                </a:lnTo>
                <a:cubicBezTo>
                  <a:pt x="0" y="30096"/>
                  <a:pt x="30096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4979" y="4848232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0" y="56717"/>
                </a:moveTo>
                <a:cubicBezTo>
                  <a:pt x="0" y="39308"/>
                  <a:pt x="14100" y="25207"/>
                  <a:pt x="31509" y="25207"/>
                </a:cubicBezTo>
                <a:lnTo>
                  <a:pt x="33610" y="25207"/>
                </a:lnTo>
                <a:cubicBezTo>
                  <a:pt x="38258" y="25207"/>
                  <a:pt x="42012" y="28962"/>
                  <a:pt x="42012" y="33610"/>
                </a:cubicBezTo>
                <a:cubicBezTo>
                  <a:pt x="42012" y="38258"/>
                  <a:pt x="38258" y="42012"/>
                  <a:pt x="33610" y="42012"/>
                </a:cubicBezTo>
                <a:lnTo>
                  <a:pt x="31509" y="42012"/>
                </a:lnTo>
                <a:cubicBezTo>
                  <a:pt x="23396" y="42012"/>
                  <a:pt x="16805" y="48603"/>
                  <a:pt x="16805" y="56717"/>
                </a:cubicBezTo>
                <a:lnTo>
                  <a:pt x="16805" y="58817"/>
                </a:lnTo>
                <a:lnTo>
                  <a:pt x="33610" y="58817"/>
                </a:lnTo>
                <a:cubicBezTo>
                  <a:pt x="42879" y="58817"/>
                  <a:pt x="50415" y="66353"/>
                  <a:pt x="50415" y="75622"/>
                </a:cubicBezTo>
                <a:lnTo>
                  <a:pt x="50415" y="92427"/>
                </a:lnTo>
                <a:cubicBezTo>
                  <a:pt x="50415" y="101696"/>
                  <a:pt x="42879" y="109232"/>
                  <a:pt x="33610" y="109232"/>
                </a:cubicBezTo>
                <a:lnTo>
                  <a:pt x="16805" y="109232"/>
                </a:lnTo>
                <a:cubicBezTo>
                  <a:pt x="7536" y="109232"/>
                  <a:pt x="0" y="101696"/>
                  <a:pt x="0" y="92427"/>
                </a:cubicBezTo>
                <a:lnTo>
                  <a:pt x="0" y="56717"/>
                </a:lnTo>
                <a:close/>
                <a:moveTo>
                  <a:pt x="67220" y="56717"/>
                </a:moveTo>
                <a:cubicBezTo>
                  <a:pt x="67220" y="39308"/>
                  <a:pt x="81320" y="25207"/>
                  <a:pt x="98729" y="25207"/>
                </a:cubicBezTo>
                <a:lnTo>
                  <a:pt x="100830" y="25207"/>
                </a:lnTo>
                <a:cubicBezTo>
                  <a:pt x="105477" y="25207"/>
                  <a:pt x="109232" y="28962"/>
                  <a:pt x="109232" y="33610"/>
                </a:cubicBezTo>
                <a:cubicBezTo>
                  <a:pt x="109232" y="38258"/>
                  <a:pt x="105477" y="42012"/>
                  <a:pt x="100830" y="42012"/>
                </a:cubicBezTo>
                <a:lnTo>
                  <a:pt x="98729" y="42012"/>
                </a:lnTo>
                <a:cubicBezTo>
                  <a:pt x="90616" y="42012"/>
                  <a:pt x="84025" y="48603"/>
                  <a:pt x="84025" y="56717"/>
                </a:cubicBezTo>
                <a:lnTo>
                  <a:pt x="84025" y="58817"/>
                </a:lnTo>
                <a:lnTo>
                  <a:pt x="100830" y="58817"/>
                </a:lnTo>
                <a:cubicBezTo>
                  <a:pt x="110099" y="58817"/>
                  <a:pt x="117635" y="66353"/>
                  <a:pt x="117635" y="75622"/>
                </a:cubicBezTo>
                <a:lnTo>
                  <a:pt x="117635" y="92427"/>
                </a:lnTo>
                <a:cubicBezTo>
                  <a:pt x="117635" y="101696"/>
                  <a:pt x="110099" y="109232"/>
                  <a:pt x="100830" y="109232"/>
                </a:cubicBezTo>
                <a:lnTo>
                  <a:pt x="84025" y="109232"/>
                </a:lnTo>
                <a:cubicBezTo>
                  <a:pt x="74756" y="109232"/>
                  <a:pt x="67220" y="101696"/>
                  <a:pt x="67220" y="92427"/>
                </a:cubicBezTo>
                <a:lnTo>
                  <a:pt x="67220" y="56717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8651" y="4814622"/>
            <a:ext cx="2764416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"Too many form fields, feels like forever to checkout"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8941" y="5150721"/>
            <a:ext cx="5402795" cy="369709"/>
          </a:xfrm>
          <a:custGeom>
            <a:avLst/>
            <a:gdLst/>
            <a:ahLst/>
            <a:cxnLst/>
            <a:rect l="l" t="t" r="r" b="b"/>
            <a:pathLst>
              <a:path w="5402795" h="369709">
                <a:moveTo>
                  <a:pt x="67221" y="0"/>
                </a:moveTo>
                <a:lnTo>
                  <a:pt x="5335575" y="0"/>
                </a:lnTo>
                <a:cubicBezTo>
                  <a:pt x="5372700" y="0"/>
                  <a:pt x="5402795" y="30096"/>
                  <a:pt x="5402795" y="67221"/>
                </a:cubicBezTo>
                <a:lnTo>
                  <a:pt x="5402795" y="302489"/>
                </a:lnTo>
                <a:cubicBezTo>
                  <a:pt x="5402795" y="339614"/>
                  <a:pt x="5372700" y="369709"/>
                  <a:pt x="5335575" y="369709"/>
                </a:cubicBezTo>
                <a:lnTo>
                  <a:pt x="67221" y="369709"/>
                </a:lnTo>
                <a:cubicBezTo>
                  <a:pt x="30121" y="369709"/>
                  <a:pt x="0" y="339589"/>
                  <a:pt x="0" y="302489"/>
                </a:cubicBezTo>
                <a:lnTo>
                  <a:pt x="0" y="67221"/>
                </a:lnTo>
                <a:cubicBezTo>
                  <a:pt x="0" y="30096"/>
                  <a:pt x="30096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04979" y="5285161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0" y="56717"/>
                </a:moveTo>
                <a:cubicBezTo>
                  <a:pt x="0" y="39308"/>
                  <a:pt x="14100" y="25207"/>
                  <a:pt x="31509" y="25207"/>
                </a:cubicBezTo>
                <a:lnTo>
                  <a:pt x="33610" y="25207"/>
                </a:lnTo>
                <a:cubicBezTo>
                  <a:pt x="38258" y="25207"/>
                  <a:pt x="42012" y="28962"/>
                  <a:pt x="42012" y="33610"/>
                </a:cubicBezTo>
                <a:cubicBezTo>
                  <a:pt x="42012" y="38258"/>
                  <a:pt x="38258" y="42012"/>
                  <a:pt x="33610" y="42012"/>
                </a:cubicBezTo>
                <a:lnTo>
                  <a:pt x="31509" y="42012"/>
                </a:lnTo>
                <a:cubicBezTo>
                  <a:pt x="23396" y="42012"/>
                  <a:pt x="16805" y="48603"/>
                  <a:pt x="16805" y="56717"/>
                </a:cubicBezTo>
                <a:lnTo>
                  <a:pt x="16805" y="58817"/>
                </a:lnTo>
                <a:lnTo>
                  <a:pt x="33610" y="58817"/>
                </a:lnTo>
                <a:cubicBezTo>
                  <a:pt x="42879" y="58817"/>
                  <a:pt x="50415" y="66353"/>
                  <a:pt x="50415" y="75622"/>
                </a:cubicBezTo>
                <a:lnTo>
                  <a:pt x="50415" y="92427"/>
                </a:lnTo>
                <a:cubicBezTo>
                  <a:pt x="50415" y="101696"/>
                  <a:pt x="42879" y="109232"/>
                  <a:pt x="33610" y="109232"/>
                </a:cubicBezTo>
                <a:lnTo>
                  <a:pt x="16805" y="109232"/>
                </a:lnTo>
                <a:cubicBezTo>
                  <a:pt x="7536" y="109232"/>
                  <a:pt x="0" y="101696"/>
                  <a:pt x="0" y="92427"/>
                </a:cubicBezTo>
                <a:lnTo>
                  <a:pt x="0" y="56717"/>
                </a:lnTo>
                <a:close/>
                <a:moveTo>
                  <a:pt x="67220" y="56717"/>
                </a:moveTo>
                <a:cubicBezTo>
                  <a:pt x="67220" y="39308"/>
                  <a:pt x="81320" y="25207"/>
                  <a:pt x="98729" y="25207"/>
                </a:cubicBezTo>
                <a:lnTo>
                  <a:pt x="100830" y="25207"/>
                </a:lnTo>
                <a:cubicBezTo>
                  <a:pt x="105477" y="25207"/>
                  <a:pt x="109232" y="28962"/>
                  <a:pt x="109232" y="33610"/>
                </a:cubicBezTo>
                <a:cubicBezTo>
                  <a:pt x="109232" y="38258"/>
                  <a:pt x="105477" y="42012"/>
                  <a:pt x="100830" y="42012"/>
                </a:cubicBezTo>
                <a:lnTo>
                  <a:pt x="98729" y="42012"/>
                </a:lnTo>
                <a:cubicBezTo>
                  <a:pt x="90616" y="42012"/>
                  <a:pt x="84025" y="48603"/>
                  <a:pt x="84025" y="56717"/>
                </a:cubicBezTo>
                <a:lnTo>
                  <a:pt x="84025" y="58817"/>
                </a:lnTo>
                <a:lnTo>
                  <a:pt x="100830" y="58817"/>
                </a:lnTo>
                <a:cubicBezTo>
                  <a:pt x="110099" y="58817"/>
                  <a:pt x="117635" y="66353"/>
                  <a:pt x="117635" y="75622"/>
                </a:cubicBezTo>
                <a:lnTo>
                  <a:pt x="117635" y="92427"/>
                </a:lnTo>
                <a:cubicBezTo>
                  <a:pt x="117635" y="101696"/>
                  <a:pt x="110099" y="109232"/>
                  <a:pt x="100830" y="109232"/>
                </a:cubicBezTo>
                <a:lnTo>
                  <a:pt x="84025" y="109232"/>
                </a:lnTo>
                <a:cubicBezTo>
                  <a:pt x="74756" y="109232"/>
                  <a:pt x="67220" y="101696"/>
                  <a:pt x="67220" y="92427"/>
                </a:cubicBezTo>
                <a:lnTo>
                  <a:pt x="67220" y="56717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6" name="Text 24"/>
          <p:cNvSpPr/>
          <p:nvPr/>
        </p:nvSpPr>
        <p:spPr>
          <a:xfrm>
            <a:off x="848651" y="5251551"/>
            <a:ext cx="235269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"Why no Apple Pay? I use it everywhere else"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8941" y="5587650"/>
            <a:ext cx="5402795" cy="369709"/>
          </a:xfrm>
          <a:custGeom>
            <a:avLst/>
            <a:gdLst/>
            <a:ahLst/>
            <a:cxnLst/>
            <a:rect l="l" t="t" r="r" b="b"/>
            <a:pathLst>
              <a:path w="5402795" h="369709">
                <a:moveTo>
                  <a:pt x="67221" y="0"/>
                </a:moveTo>
                <a:lnTo>
                  <a:pt x="5335575" y="0"/>
                </a:lnTo>
                <a:cubicBezTo>
                  <a:pt x="5372700" y="0"/>
                  <a:pt x="5402795" y="30096"/>
                  <a:pt x="5402795" y="67221"/>
                </a:cubicBezTo>
                <a:lnTo>
                  <a:pt x="5402795" y="302489"/>
                </a:lnTo>
                <a:cubicBezTo>
                  <a:pt x="5402795" y="339614"/>
                  <a:pt x="5372700" y="369709"/>
                  <a:pt x="5335575" y="369709"/>
                </a:cubicBezTo>
                <a:lnTo>
                  <a:pt x="67221" y="369709"/>
                </a:lnTo>
                <a:cubicBezTo>
                  <a:pt x="30121" y="369709"/>
                  <a:pt x="0" y="339589"/>
                  <a:pt x="0" y="302489"/>
                </a:cubicBezTo>
                <a:lnTo>
                  <a:pt x="0" y="67221"/>
                </a:lnTo>
                <a:cubicBezTo>
                  <a:pt x="0" y="30096"/>
                  <a:pt x="30096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04979" y="5722090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0" y="56717"/>
                </a:moveTo>
                <a:cubicBezTo>
                  <a:pt x="0" y="39308"/>
                  <a:pt x="14100" y="25207"/>
                  <a:pt x="31509" y="25207"/>
                </a:cubicBezTo>
                <a:lnTo>
                  <a:pt x="33610" y="25207"/>
                </a:lnTo>
                <a:cubicBezTo>
                  <a:pt x="38258" y="25207"/>
                  <a:pt x="42012" y="28962"/>
                  <a:pt x="42012" y="33610"/>
                </a:cubicBezTo>
                <a:cubicBezTo>
                  <a:pt x="42012" y="38258"/>
                  <a:pt x="38258" y="42012"/>
                  <a:pt x="33610" y="42012"/>
                </a:cubicBezTo>
                <a:lnTo>
                  <a:pt x="31509" y="42012"/>
                </a:lnTo>
                <a:cubicBezTo>
                  <a:pt x="23396" y="42012"/>
                  <a:pt x="16805" y="48603"/>
                  <a:pt x="16805" y="56717"/>
                </a:cubicBezTo>
                <a:lnTo>
                  <a:pt x="16805" y="58817"/>
                </a:lnTo>
                <a:lnTo>
                  <a:pt x="33610" y="58817"/>
                </a:lnTo>
                <a:cubicBezTo>
                  <a:pt x="42879" y="58817"/>
                  <a:pt x="50415" y="66353"/>
                  <a:pt x="50415" y="75622"/>
                </a:cubicBezTo>
                <a:lnTo>
                  <a:pt x="50415" y="92427"/>
                </a:lnTo>
                <a:cubicBezTo>
                  <a:pt x="50415" y="101696"/>
                  <a:pt x="42879" y="109232"/>
                  <a:pt x="33610" y="109232"/>
                </a:cubicBezTo>
                <a:lnTo>
                  <a:pt x="16805" y="109232"/>
                </a:lnTo>
                <a:cubicBezTo>
                  <a:pt x="7536" y="109232"/>
                  <a:pt x="0" y="101696"/>
                  <a:pt x="0" y="92427"/>
                </a:cubicBezTo>
                <a:lnTo>
                  <a:pt x="0" y="56717"/>
                </a:lnTo>
                <a:close/>
                <a:moveTo>
                  <a:pt x="67220" y="56717"/>
                </a:moveTo>
                <a:cubicBezTo>
                  <a:pt x="67220" y="39308"/>
                  <a:pt x="81320" y="25207"/>
                  <a:pt x="98729" y="25207"/>
                </a:cubicBezTo>
                <a:lnTo>
                  <a:pt x="100830" y="25207"/>
                </a:lnTo>
                <a:cubicBezTo>
                  <a:pt x="105477" y="25207"/>
                  <a:pt x="109232" y="28962"/>
                  <a:pt x="109232" y="33610"/>
                </a:cubicBezTo>
                <a:cubicBezTo>
                  <a:pt x="109232" y="38258"/>
                  <a:pt x="105477" y="42012"/>
                  <a:pt x="100830" y="42012"/>
                </a:cubicBezTo>
                <a:lnTo>
                  <a:pt x="98729" y="42012"/>
                </a:lnTo>
                <a:cubicBezTo>
                  <a:pt x="90616" y="42012"/>
                  <a:pt x="84025" y="48603"/>
                  <a:pt x="84025" y="56717"/>
                </a:cubicBezTo>
                <a:lnTo>
                  <a:pt x="84025" y="58817"/>
                </a:lnTo>
                <a:lnTo>
                  <a:pt x="100830" y="58817"/>
                </a:lnTo>
                <a:cubicBezTo>
                  <a:pt x="110099" y="58817"/>
                  <a:pt x="117635" y="66353"/>
                  <a:pt x="117635" y="75622"/>
                </a:cubicBezTo>
                <a:lnTo>
                  <a:pt x="117635" y="92427"/>
                </a:lnTo>
                <a:cubicBezTo>
                  <a:pt x="117635" y="101696"/>
                  <a:pt x="110099" y="109232"/>
                  <a:pt x="100830" y="109232"/>
                </a:cubicBezTo>
                <a:lnTo>
                  <a:pt x="84025" y="109232"/>
                </a:lnTo>
                <a:cubicBezTo>
                  <a:pt x="74756" y="109232"/>
                  <a:pt x="67220" y="101696"/>
                  <a:pt x="67220" y="92427"/>
                </a:cubicBezTo>
                <a:lnTo>
                  <a:pt x="67220" y="56717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9" name="Text 27"/>
          <p:cNvSpPr/>
          <p:nvPr/>
        </p:nvSpPr>
        <p:spPr>
          <a:xfrm>
            <a:off x="848651" y="5688480"/>
            <a:ext cx="272240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"Not sure if payment went through, no confirmation"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65977" y="1079719"/>
            <a:ext cx="5680077" cy="3268565"/>
          </a:xfrm>
          <a:custGeom>
            <a:avLst/>
            <a:gdLst/>
            <a:ahLst/>
            <a:cxnLst/>
            <a:rect l="l" t="t" r="r" b="b"/>
            <a:pathLst>
              <a:path w="5680077" h="3268565">
                <a:moveTo>
                  <a:pt x="100835" y="0"/>
                </a:moveTo>
                <a:lnTo>
                  <a:pt x="5579242" y="0"/>
                </a:lnTo>
                <a:cubicBezTo>
                  <a:pt x="5634932" y="0"/>
                  <a:pt x="5680077" y="45145"/>
                  <a:pt x="5680077" y="100835"/>
                </a:cubicBezTo>
                <a:lnTo>
                  <a:pt x="5680077" y="3167730"/>
                </a:lnTo>
                <a:cubicBezTo>
                  <a:pt x="5680077" y="3223420"/>
                  <a:pt x="5634932" y="3268565"/>
                  <a:pt x="5579242" y="3268565"/>
                </a:cubicBezTo>
                <a:lnTo>
                  <a:pt x="100835" y="3268565"/>
                </a:lnTo>
                <a:cubicBezTo>
                  <a:pt x="45145" y="3268565"/>
                  <a:pt x="0" y="3223420"/>
                  <a:pt x="0" y="3167730"/>
                </a:cubicBezTo>
                <a:lnTo>
                  <a:pt x="0" y="100835"/>
                </a:lnTo>
                <a:cubicBezTo>
                  <a:pt x="0" y="45145"/>
                  <a:pt x="45145" y="0"/>
                  <a:pt x="100835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4618" y="1218360"/>
            <a:ext cx="548682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4618" y="1588069"/>
            <a:ext cx="5402795" cy="806638"/>
          </a:xfrm>
          <a:custGeom>
            <a:avLst/>
            <a:gdLst/>
            <a:ahLst/>
            <a:cxnLst/>
            <a:rect l="l" t="t" r="r" b="b"/>
            <a:pathLst>
              <a:path w="5402795" h="806638">
                <a:moveTo>
                  <a:pt x="67217" y="0"/>
                </a:moveTo>
                <a:lnTo>
                  <a:pt x="5335578" y="0"/>
                </a:lnTo>
                <a:cubicBezTo>
                  <a:pt x="5372701" y="0"/>
                  <a:pt x="5402795" y="30094"/>
                  <a:pt x="5402795" y="67217"/>
                </a:cubicBezTo>
                <a:lnTo>
                  <a:pt x="5402795" y="739421"/>
                </a:lnTo>
                <a:cubicBezTo>
                  <a:pt x="5402795" y="776544"/>
                  <a:pt x="5372701" y="806638"/>
                  <a:pt x="5335578" y="806638"/>
                </a:cubicBezTo>
                <a:lnTo>
                  <a:pt x="67217" y="806638"/>
                </a:lnTo>
                <a:cubicBezTo>
                  <a:pt x="30094" y="806638"/>
                  <a:pt x="0" y="776544"/>
                  <a:pt x="0" y="73942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39058" y="1772924"/>
            <a:ext cx="136120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Revenue Loss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065" y="1722509"/>
            <a:ext cx="731016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5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$45K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39058" y="2092218"/>
            <a:ext cx="519273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to checkout abandonment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4618" y="2495537"/>
            <a:ext cx="5402795" cy="806638"/>
          </a:xfrm>
          <a:custGeom>
            <a:avLst/>
            <a:gdLst/>
            <a:ahLst/>
            <a:cxnLst/>
            <a:rect l="l" t="t" r="r" b="b"/>
            <a:pathLst>
              <a:path w="5402795" h="806638">
                <a:moveTo>
                  <a:pt x="67217" y="0"/>
                </a:moveTo>
                <a:lnTo>
                  <a:pt x="5335578" y="0"/>
                </a:lnTo>
                <a:cubicBezTo>
                  <a:pt x="5372701" y="0"/>
                  <a:pt x="5402795" y="30094"/>
                  <a:pt x="5402795" y="67217"/>
                </a:cubicBezTo>
                <a:lnTo>
                  <a:pt x="5402795" y="739421"/>
                </a:lnTo>
                <a:cubicBezTo>
                  <a:pt x="5402795" y="776544"/>
                  <a:pt x="5372701" y="806638"/>
                  <a:pt x="5335578" y="806638"/>
                </a:cubicBezTo>
                <a:lnTo>
                  <a:pt x="67217" y="806638"/>
                </a:lnTo>
                <a:cubicBezTo>
                  <a:pt x="30094" y="806638"/>
                  <a:pt x="0" y="776544"/>
                  <a:pt x="0" y="73942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39058" y="2680391"/>
            <a:ext cx="91587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Annual Impact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841498" y="2629977"/>
            <a:ext cx="857053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5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$2.3M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39058" y="2999686"/>
            <a:ext cx="519273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Projected lost revenue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04618" y="3403005"/>
            <a:ext cx="5402795" cy="806638"/>
          </a:xfrm>
          <a:custGeom>
            <a:avLst/>
            <a:gdLst/>
            <a:ahLst/>
            <a:cxnLst/>
            <a:rect l="l" t="t" r="r" b="b"/>
            <a:pathLst>
              <a:path w="5402795" h="806638">
                <a:moveTo>
                  <a:pt x="67217" y="0"/>
                </a:moveTo>
                <a:lnTo>
                  <a:pt x="5335578" y="0"/>
                </a:lnTo>
                <a:cubicBezTo>
                  <a:pt x="5372701" y="0"/>
                  <a:pt x="5402795" y="30094"/>
                  <a:pt x="5402795" y="67217"/>
                </a:cubicBezTo>
                <a:lnTo>
                  <a:pt x="5402795" y="739421"/>
                </a:lnTo>
                <a:cubicBezTo>
                  <a:pt x="5402795" y="776544"/>
                  <a:pt x="5372701" y="806638"/>
                  <a:pt x="5335578" y="806638"/>
                </a:cubicBezTo>
                <a:lnTo>
                  <a:pt x="67217" y="806638"/>
                </a:lnTo>
                <a:cubicBezTo>
                  <a:pt x="30094" y="806638"/>
                  <a:pt x="0" y="776544"/>
                  <a:pt x="0" y="73942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39058" y="3587859"/>
            <a:ext cx="138640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86900" y="3537445"/>
            <a:ext cx="714211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5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3.2/5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39058" y="3907154"/>
            <a:ext cx="519273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experience rating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65977" y="4491126"/>
            <a:ext cx="5680077" cy="2361097"/>
          </a:xfrm>
          <a:custGeom>
            <a:avLst/>
            <a:gdLst/>
            <a:ahLst/>
            <a:cxnLst/>
            <a:rect l="l" t="t" r="r" b="b"/>
            <a:pathLst>
              <a:path w="5680077" h="2361097">
                <a:moveTo>
                  <a:pt x="100819" y="0"/>
                </a:moveTo>
                <a:lnTo>
                  <a:pt x="5579258" y="0"/>
                </a:lnTo>
                <a:cubicBezTo>
                  <a:pt x="5634939" y="0"/>
                  <a:pt x="5680077" y="45138"/>
                  <a:pt x="5680077" y="100819"/>
                </a:cubicBezTo>
                <a:lnTo>
                  <a:pt x="5680077" y="2260278"/>
                </a:lnTo>
                <a:cubicBezTo>
                  <a:pt x="5680077" y="2315959"/>
                  <a:pt x="5634939" y="2361097"/>
                  <a:pt x="5579258" y="2361097"/>
                </a:cubicBezTo>
                <a:lnTo>
                  <a:pt x="100819" y="2361097"/>
                </a:lnTo>
                <a:cubicBezTo>
                  <a:pt x="45138" y="2361097"/>
                  <a:pt x="0" y="2315959"/>
                  <a:pt x="0" y="2260278"/>
                </a:cubicBezTo>
                <a:lnTo>
                  <a:pt x="0" y="100819"/>
                </a:lnTo>
                <a:cubicBezTo>
                  <a:pt x="0" y="45175"/>
                  <a:pt x="45175" y="0"/>
                  <a:pt x="10081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4618" y="4629767"/>
            <a:ext cx="547841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Benchmark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4618" y="4965866"/>
            <a:ext cx="5402795" cy="369709"/>
          </a:xfrm>
          <a:custGeom>
            <a:avLst/>
            <a:gdLst/>
            <a:ahLst/>
            <a:cxnLst/>
            <a:rect l="l" t="t" r="r" b="b"/>
            <a:pathLst>
              <a:path w="5402795" h="369709">
                <a:moveTo>
                  <a:pt x="67221" y="0"/>
                </a:moveTo>
                <a:lnTo>
                  <a:pt x="5335575" y="0"/>
                </a:lnTo>
                <a:cubicBezTo>
                  <a:pt x="5372700" y="0"/>
                  <a:pt x="5402795" y="30096"/>
                  <a:pt x="5402795" y="67221"/>
                </a:cubicBezTo>
                <a:lnTo>
                  <a:pt x="5402795" y="302489"/>
                </a:lnTo>
                <a:cubicBezTo>
                  <a:pt x="5402795" y="339614"/>
                  <a:pt x="5372700" y="369709"/>
                  <a:pt x="5335575" y="369709"/>
                </a:cubicBezTo>
                <a:lnTo>
                  <a:pt x="67221" y="369709"/>
                </a:lnTo>
                <a:cubicBezTo>
                  <a:pt x="30121" y="369709"/>
                  <a:pt x="0" y="339589"/>
                  <a:pt x="0" y="302489"/>
                </a:cubicBezTo>
                <a:lnTo>
                  <a:pt x="0" y="67221"/>
                </a:lnTo>
                <a:cubicBezTo>
                  <a:pt x="0" y="30096"/>
                  <a:pt x="30096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71838" y="5049891"/>
            <a:ext cx="168889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Avg Abandonment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69673" y="5033086"/>
            <a:ext cx="35290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4618" y="5402795"/>
            <a:ext cx="5402795" cy="369709"/>
          </a:xfrm>
          <a:custGeom>
            <a:avLst/>
            <a:gdLst/>
            <a:ahLst/>
            <a:cxnLst/>
            <a:rect l="l" t="t" r="r" b="b"/>
            <a:pathLst>
              <a:path w="5402795" h="369709">
                <a:moveTo>
                  <a:pt x="67221" y="0"/>
                </a:moveTo>
                <a:lnTo>
                  <a:pt x="5335575" y="0"/>
                </a:lnTo>
                <a:cubicBezTo>
                  <a:pt x="5372700" y="0"/>
                  <a:pt x="5402795" y="30096"/>
                  <a:pt x="5402795" y="67221"/>
                </a:cubicBezTo>
                <a:lnTo>
                  <a:pt x="5402795" y="302489"/>
                </a:lnTo>
                <a:cubicBezTo>
                  <a:pt x="5402795" y="339614"/>
                  <a:pt x="5372700" y="369709"/>
                  <a:pt x="5335575" y="369709"/>
                </a:cubicBezTo>
                <a:lnTo>
                  <a:pt x="67221" y="369709"/>
                </a:lnTo>
                <a:cubicBezTo>
                  <a:pt x="30121" y="369709"/>
                  <a:pt x="0" y="339589"/>
                  <a:pt x="0" y="302489"/>
                </a:cubicBezTo>
                <a:lnTo>
                  <a:pt x="0" y="67221"/>
                </a:lnTo>
                <a:cubicBezTo>
                  <a:pt x="0" y="30096"/>
                  <a:pt x="30096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71838" y="5486820"/>
            <a:ext cx="99149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Performers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374662" y="5470015"/>
            <a:ext cx="344502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8819" y="5843926"/>
            <a:ext cx="5394393" cy="378112"/>
          </a:xfrm>
          <a:custGeom>
            <a:avLst/>
            <a:gdLst/>
            <a:ahLst/>
            <a:cxnLst/>
            <a:rect l="l" t="t" r="r" b="b"/>
            <a:pathLst>
              <a:path w="5394393" h="378112">
                <a:moveTo>
                  <a:pt x="67221" y="0"/>
                </a:moveTo>
                <a:lnTo>
                  <a:pt x="5327172" y="0"/>
                </a:lnTo>
                <a:cubicBezTo>
                  <a:pt x="5364297" y="0"/>
                  <a:pt x="5394393" y="30096"/>
                  <a:pt x="5394393" y="67221"/>
                </a:cubicBezTo>
                <a:lnTo>
                  <a:pt x="5394393" y="310891"/>
                </a:lnTo>
                <a:cubicBezTo>
                  <a:pt x="5394393" y="348016"/>
                  <a:pt x="5364297" y="378112"/>
                  <a:pt x="5327172" y="378112"/>
                </a:cubicBezTo>
                <a:lnTo>
                  <a:pt x="67221" y="378112"/>
                </a:lnTo>
                <a:cubicBezTo>
                  <a:pt x="30096" y="378112"/>
                  <a:pt x="0" y="348016"/>
                  <a:pt x="0" y="310891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0240" y="5932152"/>
            <a:ext cx="105871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Current Rate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333897" y="5915347"/>
            <a:ext cx="378112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08819" y="6331269"/>
            <a:ext cx="5394393" cy="378112"/>
          </a:xfrm>
          <a:custGeom>
            <a:avLst/>
            <a:gdLst/>
            <a:ahLst/>
            <a:cxnLst/>
            <a:rect l="l" t="t" r="r" b="b"/>
            <a:pathLst>
              <a:path w="5394393" h="378112">
                <a:moveTo>
                  <a:pt x="67221" y="0"/>
                </a:moveTo>
                <a:lnTo>
                  <a:pt x="5327172" y="0"/>
                </a:lnTo>
                <a:cubicBezTo>
                  <a:pt x="5364297" y="0"/>
                  <a:pt x="5394393" y="30096"/>
                  <a:pt x="5394393" y="67221"/>
                </a:cubicBezTo>
                <a:lnTo>
                  <a:pt x="5394393" y="310891"/>
                </a:lnTo>
                <a:cubicBezTo>
                  <a:pt x="5394393" y="348016"/>
                  <a:pt x="5364297" y="378112"/>
                  <a:pt x="5327172" y="378112"/>
                </a:cubicBezTo>
                <a:lnTo>
                  <a:pt x="67221" y="378112"/>
                </a:lnTo>
                <a:cubicBezTo>
                  <a:pt x="30096" y="378112"/>
                  <a:pt x="0" y="348016"/>
                  <a:pt x="0" y="310891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3850" y="6436300"/>
            <a:ext cx="5243148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Opportunity: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Reducing abandonment to 18% could recover </a:t>
            </a:r>
            <a:pPr>
              <a:lnSpc>
                <a:spcPct val="120000"/>
              </a:lnSpc>
            </a:pPr>
            <a:r>
              <a:rPr lang="en-US" sz="926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$1.2M annually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Optimization: Proposed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3695700" cy="3895725"/>
          </a:xfrm>
          <a:custGeom>
            <a:avLst/>
            <a:gdLst/>
            <a:ahLst/>
            <a:cxnLst/>
            <a:rect l="l" t="t" r="r" b="b"/>
            <a:pathLst>
              <a:path w="3695700" h="38957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781417"/>
                </a:lnTo>
                <a:cubicBezTo>
                  <a:pt x="3695700" y="3844548"/>
                  <a:pt x="3644523" y="3895725"/>
                  <a:pt x="3581392" y="3895725"/>
                </a:cubicBezTo>
                <a:lnTo>
                  <a:pt x="114308" y="3895725"/>
                </a:lnTo>
                <a:cubicBezTo>
                  <a:pt x="51177" y="3895725"/>
                  <a:pt x="0" y="3844548"/>
                  <a:pt x="0" y="37814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62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1114425" y="1476375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Streamlined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2028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809625" y="199072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form fields from 12 to 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371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333625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Auto-fill saved payment info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714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2676525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One-click checkout for returning users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057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019425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indicator (3 steps)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3405188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2925" y="358140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7152" y="356235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-8% abandon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6513" y="1223963"/>
            <a:ext cx="3695700" cy="3895725"/>
          </a:xfrm>
          <a:custGeom>
            <a:avLst/>
            <a:gdLst/>
            <a:ahLst/>
            <a:cxnLst/>
            <a:rect l="l" t="t" r="r" b="b"/>
            <a:pathLst>
              <a:path w="3695700" h="38957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781417"/>
                </a:lnTo>
                <a:cubicBezTo>
                  <a:pt x="3695700" y="3844548"/>
                  <a:pt x="3644523" y="3895725"/>
                  <a:pt x="3581392" y="3895725"/>
                </a:cubicBezTo>
                <a:lnTo>
                  <a:pt x="114308" y="3895725"/>
                </a:lnTo>
                <a:cubicBezTo>
                  <a:pt x="51177" y="3895725"/>
                  <a:pt x="0" y="3844548"/>
                  <a:pt x="0" y="37814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367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3702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975175" y="147637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Methods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2250" y="2028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670375" y="199072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 Pay integration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2250" y="2371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670375" y="2333625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Pay support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32250" y="2714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670375" y="267652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PayPal Express Checkout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2250" y="3057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670375" y="3019425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Buy Now Pay Later (Klarna)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3675" y="3405188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403675" y="358140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23434" y="35623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+12% conversion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7338" y="1223963"/>
            <a:ext cx="3695700" cy="3895725"/>
          </a:xfrm>
          <a:custGeom>
            <a:avLst/>
            <a:gdLst/>
            <a:ahLst/>
            <a:cxnLst/>
            <a:rect l="l" t="t" r="r" b="b"/>
            <a:pathLst>
              <a:path w="3695700" h="38957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781417"/>
                </a:lnTo>
                <a:cubicBezTo>
                  <a:pt x="3695700" y="3844548"/>
                  <a:pt x="3644523" y="3895725"/>
                  <a:pt x="3581392" y="3895725"/>
                </a:cubicBezTo>
                <a:lnTo>
                  <a:pt x="114308" y="3895725"/>
                </a:lnTo>
                <a:cubicBezTo>
                  <a:pt x="51177" y="3895725"/>
                  <a:pt x="0" y="3844548"/>
                  <a:pt x="0" y="37814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4500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97850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8836000" y="1476375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 &amp; Clarity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93075" y="2028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9" name="Text 37"/>
          <p:cNvSpPr/>
          <p:nvPr/>
        </p:nvSpPr>
        <p:spPr>
          <a:xfrm>
            <a:off x="8531200" y="1990725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badges &amp; SSL indicators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93075" y="2371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1" name="Text 39"/>
          <p:cNvSpPr/>
          <p:nvPr/>
        </p:nvSpPr>
        <p:spPr>
          <a:xfrm>
            <a:off x="8531200" y="2333625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pricing breakdown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93075" y="2714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3" name="Text 41"/>
          <p:cNvSpPr/>
          <p:nvPr/>
        </p:nvSpPr>
        <p:spPr>
          <a:xfrm>
            <a:off x="8531200" y="2676525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payment confirmation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93075" y="3057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5" name="Text 43"/>
          <p:cNvSpPr/>
          <p:nvPr/>
        </p:nvSpPr>
        <p:spPr>
          <a:xfrm>
            <a:off x="8531200" y="301942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Guest checkout option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64500" y="3405188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64500" y="358140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655350" y="356235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-5% abandon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5281613"/>
            <a:ext cx="11420475" cy="1190625"/>
          </a:xfrm>
          <a:custGeom>
            <a:avLst/>
            <a:gdLst/>
            <a:ahLst/>
            <a:cxnLst/>
            <a:rect l="l" t="t" r="r" b="b"/>
            <a:pathLst>
              <a:path w="11420475" h="1190625">
                <a:moveTo>
                  <a:pt x="114300" y="0"/>
                </a:moveTo>
                <a:lnTo>
                  <a:pt x="11306175" y="0"/>
                </a:lnTo>
                <a:cubicBezTo>
                  <a:pt x="11369259" y="0"/>
                  <a:pt x="11420475" y="51216"/>
                  <a:pt x="11420475" y="114300"/>
                </a:cubicBezTo>
                <a:lnTo>
                  <a:pt x="11420475" y="1076325"/>
                </a:lnTo>
                <a:cubicBezTo>
                  <a:pt x="11420475" y="1139409"/>
                  <a:pt x="11369259" y="1190625"/>
                  <a:pt x="11306175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1025" y="5734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51" name="Text 49"/>
          <p:cNvSpPr/>
          <p:nvPr/>
        </p:nvSpPr>
        <p:spPr>
          <a:xfrm>
            <a:off x="1052513" y="5629275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Expected Impact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52513" y="58959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Projected improvement from all optimizations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418439" y="5438775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Abandonment Rate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323189" y="5667375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 → 15%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418439" y="6086475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Recovery: </a:t>
            </a:r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+$1.2M/year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Optimization: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019969"/>
            <a:ext cx="11549063" cy="5008563"/>
          </a:xfrm>
          <a:custGeom>
            <a:avLst/>
            <a:gdLst/>
            <a:ahLst/>
            <a:cxnLst/>
            <a:rect l="l" t="t" r="r" b="b"/>
            <a:pathLst>
              <a:path w="11549063" h="5008563">
                <a:moveTo>
                  <a:pt x="95263" y="0"/>
                </a:moveTo>
                <a:lnTo>
                  <a:pt x="11453800" y="0"/>
                </a:lnTo>
                <a:cubicBezTo>
                  <a:pt x="11506412" y="0"/>
                  <a:pt x="11549063" y="42651"/>
                  <a:pt x="11549063" y="95263"/>
                </a:cubicBezTo>
                <a:lnTo>
                  <a:pt x="11549063" y="4913300"/>
                </a:lnTo>
                <a:cubicBezTo>
                  <a:pt x="11549063" y="4965912"/>
                  <a:pt x="11506412" y="5008563"/>
                  <a:pt x="11453800" y="5008563"/>
                </a:cubicBezTo>
                <a:lnTo>
                  <a:pt x="95263" y="5008563"/>
                </a:lnTo>
                <a:cubicBezTo>
                  <a:pt x="42651" y="5008563"/>
                  <a:pt x="0" y="4965912"/>
                  <a:pt x="0" y="4913300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938" y="1150938"/>
            <a:ext cx="15875" cy="4746625"/>
          </a:xfrm>
          <a:custGeom>
            <a:avLst/>
            <a:gdLst/>
            <a:ahLst/>
            <a:cxnLst/>
            <a:rect l="l" t="t" r="r" b="b"/>
            <a:pathLst>
              <a:path w="15875" h="4746625">
                <a:moveTo>
                  <a:pt x="0" y="0"/>
                </a:moveTo>
                <a:lnTo>
                  <a:pt x="15875" y="0"/>
                </a:lnTo>
                <a:lnTo>
                  <a:pt x="15875" y="4746625"/>
                </a:lnTo>
                <a:lnTo>
                  <a:pt x="0" y="47466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406" y="1154906"/>
            <a:ext cx="10771188" cy="865188"/>
          </a:xfrm>
          <a:custGeom>
            <a:avLst/>
            <a:gdLst/>
            <a:ahLst/>
            <a:cxnLst/>
            <a:rect l="l" t="t" r="r" b="b"/>
            <a:pathLst>
              <a:path w="10771188" h="865188">
                <a:moveTo>
                  <a:pt x="63496" y="0"/>
                </a:moveTo>
                <a:lnTo>
                  <a:pt x="10707691" y="0"/>
                </a:lnTo>
                <a:cubicBezTo>
                  <a:pt x="10742759" y="0"/>
                  <a:pt x="10771188" y="28428"/>
                  <a:pt x="10771188" y="63496"/>
                </a:cubicBezTo>
                <a:lnTo>
                  <a:pt x="10771188" y="801691"/>
                </a:lnTo>
                <a:cubicBezTo>
                  <a:pt x="10771188" y="836759"/>
                  <a:pt x="10742759" y="865188"/>
                  <a:pt x="10707691" y="865188"/>
                </a:cubicBezTo>
                <a:lnTo>
                  <a:pt x="63496" y="865188"/>
                </a:lnTo>
                <a:cubicBezTo>
                  <a:pt x="28428" y="865188"/>
                  <a:pt x="0" y="836759"/>
                  <a:pt x="0" y="801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625" y="1254125"/>
            <a:ext cx="175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Design &amp; Planning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85996" y="1254125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85996" y="1254125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1-2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3625" y="153987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3625" y="17303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Wireframes, user flows, tech spec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9625" y="153987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9625" y="17303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+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75625" y="153987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5625" y="17303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4406" y="2123281"/>
            <a:ext cx="10771188" cy="865188"/>
          </a:xfrm>
          <a:custGeom>
            <a:avLst/>
            <a:gdLst/>
            <a:ahLst/>
            <a:cxnLst/>
            <a:rect l="l" t="t" r="r" b="b"/>
            <a:pathLst>
              <a:path w="10771188" h="865188">
                <a:moveTo>
                  <a:pt x="63496" y="0"/>
                </a:moveTo>
                <a:lnTo>
                  <a:pt x="10707691" y="0"/>
                </a:lnTo>
                <a:cubicBezTo>
                  <a:pt x="10742759" y="0"/>
                  <a:pt x="10771188" y="28428"/>
                  <a:pt x="10771188" y="63496"/>
                </a:cubicBezTo>
                <a:lnTo>
                  <a:pt x="10771188" y="801691"/>
                </a:lnTo>
                <a:cubicBezTo>
                  <a:pt x="10771188" y="836759"/>
                  <a:pt x="10742759" y="865188"/>
                  <a:pt x="10707691" y="865188"/>
                </a:cubicBezTo>
                <a:lnTo>
                  <a:pt x="63496" y="865188"/>
                </a:lnTo>
                <a:cubicBezTo>
                  <a:pt x="28428" y="865188"/>
                  <a:pt x="0" y="836759"/>
                  <a:pt x="0" y="801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3625" y="2222500"/>
            <a:ext cx="147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Development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65470" y="2222500"/>
            <a:ext cx="674688" cy="222250"/>
          </a:xfrm>
          <a:custGeom>
            <a:avLst/>
            <a:gdLst/>
            <a:ahLst/>
            <a:cxnLst/>
            <a:rect l="l" t="t" r="r" b="b"/>
            <a:pathLst>
              <a:path w="674688" h="222250">
                <a:moveTo>
                  <a:pt x="111125" y="0"/>
                </a:moveTo>
                <a:lnTo>
                  <a:pt x="563563" y="0"/>
                </a:lnTo>
                <a:cubicBezTo>
                  <a:pt x="624894" y="0"/>
                  <a:pt x="674688" y="49793"/>
                  <a:pt x="674688" y="111125"/>
                </a:cubicBezTo>
                <a:lnTo>
                  <a:pt x="674688" y="111125"/>
                </a:lnTo>
                <a:cubicBezTo>
                  <a:pt x="674688" y="172457"/>
                  <a:pt x="624894" y="222250"/>
                  <a:pt x="563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965470" y="2222500"/>
            <a:ext cx="7302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3-5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3625" y="2508250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3625" y="2698750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Frontend, backend, integrations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19625" y="2508250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9625" y="2698750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Team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75625" y="2508250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75625" y="2698750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4406" y="3091656"/>
            <a:ext cx="10771188" cy="865188"/>
          </a:xfrm>
          <a:custGeom>
            <a:avLst/>
            <a:gdLst/>
            <a:ahLst/>
            <a:cxnLst/>
            <a:rect l="l" t="t" r="r" b="b"/>
            <a:pathLst>
              <a:path w="10771188" h="865188">
                <a:moveTo>
                  <a:pt x="63496" y="0"/>
                </a:moveTo>
                <a:lnTo>
                  <a:pt x="10707691" y="0"/>
                </a:lnTo>
                <a:cubicBezTo>
                  <a:pt x="10742759" y="0"/>
                  <a:pt x="10771188" y="28428"/>
                  <a:pt x="10771188" y="63496"/>
                </a:cubicBezTo>
                <a:lnTo>
                  <a:pt x="10771188" y="801691"/>
                </a:lnTo>
                <a:cubicBezTo>
                  <a:pt x="10771188" y="836759"/>
                  <a:pt x="10742759" y="865188"/>
                  <a:pt x="10707691" y="865188"/>
                </a:cubicBezTo>
                <a:lnTo>
                  <a:pt x="63496" y="865188"/>
                </a:lnTo>
                <a:cubicBezTo>
                  <a:pt x="28428" y="865188"/>
                  <a:pt x="0" y="836759"/>
                  <a:pt x="0" y="801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3625" y="3190875"/>
            <a:ext cx="146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Testing &amp; QA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072937" y="3190875"/>
            <a:ext cx="563563" cy="222250"/>
          </a:xfrm>
          <a:custGeom>
            <a:avLst/>
            <a:gdLst/>
            <a:ahLst/>
            <a:cxnLst/>
            <a:rect l="l" t="t" r="r" b="b"/>
            <a:pathLst>
              <a:path w="563563" h="222250">
                <a:moveTo>
                  <a:pt x="111125" y="0"/>
                </a:moveTo>
                <a:lnTo>
                  <a:pt x="452438" y="0"/>
                </a:lnTo>
                <a:cubicBezTo>
                  <a:pt x="513769" y="0"/>
                  <a:pt x="563563" y="49793"/>
                  <a:pt x="563563" y="111125"/>
                </a:cubicBezTo>
                <a:lnTo>
                  <a:pt x="563563" y="111125"/>
                </a:lnTo>
                <a:cubicBezTo>
                  <a:pt x="563563" y="172457"/>
                  <a:pt x="513769" y="222250"/>
                  <a:pt x="4524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072937" y="3190875"/>
            <a:ext cx="6191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3625" y="347662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3625" y="366712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tests, integration tests, UAT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19625" y="347662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19625" y="366712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Team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75625" y="347662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75625" y="366712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4406" y="4060031"/>
            <a:ext cx="10771188" cy="865188"/>
          </a:xfrm>
          <a:custGeom>
            <a:avLst/>
            <a:gdLst/>
            <a:ahLst/>
            <a:cxnLst/>
            <a:rect l="l" t="t" r="r" b="b"/>
            <a:pathLst>
              <a:path w="10771188" h="865188">
                <a:moveTo>
                  <a:pt x="63496" y="0"/>
                </a:moveTo>
                <a:lnTo>
                  <a:pt x="10707691" y="0"/>
                </a:lnTo>
                <a:cubicBezTo>
                  <a:pt x="10742759" y="0"/>
                  <a:pt x="10771188" y="28428"/>
                  <a:pt x="10771188" y="63496"/>
                </a:cubicBezTo>
                <a:lnTo>
                  <a:pt x="10771188" y="801691"/>
                </a:lnTo>
                <a:cubicBezTo>
                  <a:pt x="10771188" y="836759"/>
                  <a:pt x="10742759" y="865188"/>
                  <a:pt x="10707691" y="865188"/>
                </a:cubicBezTo>
                <a:lnTo>
                  <a:pt x="63496" y="865188"/>
                </a:lnTo>
                <a:cubicBezTo>
                  <a:pt x="28428" y="865188"/>
                  <a:pt x="0" y="836759"/>
                  <a:pt x="0" y="801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3625" y="4159250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 A/B Testing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969873" y="4159250"/>
            <a:ext cx="666750" cy="222250"/>
          </a:xfrm>
          <a:custGeom>
            <a:avLst/>
            <a:gdLst/>
            <a:ahLst/>
            <a:cxnLst/>
            <a:rect l="l" t="t" r="r" b="b"/>
            <a:pathLst>
              <a:path w="666750" h="222250">
                <a:moveTo>
                  <a:pt x="111125" y="0"/>
                </a:moveTo>
                <a:lnTo>
                  <a:pt x="555625" y="0"/>
                </a:lnTo>
                <a:cubicBezTo>
                  <a:pt x="616957" y="0"/>
                  <a:pt x="666750" y="49793"/>
                  <a:pt x="666750" y="111125"/>
                </a:cubicBezTo>
                <a:lnTo>
                  <a:pt x="666750" y="111125"/>
                </a:lnTo>
                <a:cubicBezTo>
                  <a:pt x="666750" y="172457"/>
                  <a:pt x="616957" y="222250"/>
                  <a:pt x="555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0969873" y="4159250"/>
            <a:ext cx="722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7-8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3625" y="4445000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63625" y="4635500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50/50 split, 2-week test period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19625" y="4445000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19625" y="4635500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+ Data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75625" y="4445000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75625" y="4635500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64406" y="5028406"/>
            <a:ext cx="10771188" cy="865188"/>
          </a:xfrm>
          <a:custGeom>
            <a:avLst/>
            <a:gdLst/>
            <a:ahLst/>
            <a:cxnLst/>
            <a:rect l="l" t="t" r="r" b="b"/>
            <a:pathLst>
              <a:path w="10771188" h="865188">
                <a:moveTo>
                  <a:pt x="63496" y="0"/>
                </a:moveTo>
                <a:lnTo>
                  <a:pt x="10707691" y="0"/>
                </a:lnTo>
                <a:cubicBezTo>
                  <a:pt x="10742759" y="0"/>
                  <a:pt x="10771188" y="28428"/>
                  <a:pt x="10771188" y="63496"/>
                </a:cubicBezTo>
                <a:lnTo>
                  <a:pt x="10771188" y="801691"/>
                </a:lnTo>
                <a:cubicBezTo>
                  <a:pt x="10771188" y="836759"/>
                  <a:pt x="10742759" y="865188"/>
                  <a:pt x="10707691" y="865188"/>
                </a:cubicBezTo>
                <a:lnTo>
                  <a:pt x="63496" y="865188"/>
                </a:lnTo>
                <a:cubicBezTo>
                  <a:pt x="28428" y="865188"/>
                  <a:pt x="0" y="836759"/>
                  <a:pt x="0" y="801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3625" y="5127625"/>
            <a:ext cx="132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5: Full Rollout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72937" y="5127625"/>
            <a:ext cx="563563" cy="222250"/>
          </a:xfrm>
          <a:custGeom>
            <a:avLst/>
            <a:gdLst/>
            <a:ahLst/>
            <a:cxnLst/>
            <a:rect l="l" t="t" r="r" b="b"/>
            <a:pathLst>
              <a:path w="563563" h="222250">
                <a:moveTo>
                  <a:pt x="111125" y="0"/>
                </a:moveTo>
                <a:lnTo>
                  <a:pt x="452438" y="0"/>
                </a:lnTo>
                <a:cubicBezTo>
                  <a:pt x="513769" y="0"/>
                  <a:pt x="563563" y="49793"/>
                  <a:pt x="563563" y="111125"/>
                </a:cubicBezTo>
                <a:lnTo>
                  <a:pt x="563563" y="111125"/>
                </a:lnTo>
                <a:cubicBezTo>
                  <a:pt x="563563" y="172457"/>
                  <a:pt x="513769" y="222250"/>
                  <a:pt x="4524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1072937" y="5127625"/>
            <a:ext cx="6191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9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63625" y="541337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63625" y="56038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traffic, monitoring setup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19625" y="541337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19625" y="56038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+ Ops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175625" y="541337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75625" y="56038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1469" y="6163469"/>
            <a:ext cx="3762375" cy="2182813"/>
          </a:xfrm>
          <a:custGeom>
            <a:avLst/>
            <a:gdLst/>
            <a:ahLst/>
            <a:cxnLst/>
            <a:rect l="l" t="t" r="r" b="b"/>
            <a:pathLst>
              <a:path w="3762375" h="2182813">
                <a:moveTo>
                  <a:pt x="95258" y="0"/>
                </a:moveTo>
                <a:lnTo>
                  <a:pt x="3667117" y="0"/>
                </a:lnTo>
                <a:cubicBezTo>
                  <a:pt x="3719727" y="0"/>
                  <a:pt x="3762375" y="42648"/>
                  <a:pt x="3762375" y="95258"/>
                </a:cubicBezTo>
                <a:lnTo>
                  <a:pt x="3762375" y="2087555"/>
                </a:lnTo>
                <a:cubicBezTo>
                  <a:pt x="3762375" y="2140164"/>
                  <a:pt x="3719727" y="2182813"/>
                  <a:pt x="3667117" y="2182813"/>
                </a:cubicBezTo>
                <a:lnTo>
                  <a:pt x="95258" y="2182813"/>
                </a:lnTo>
                <a:cubicBezTo>
                  <a:pt x="42648" y="2182813"/>
                  <a:pt x="0" y="2140164"/>
                  <a:pt x="0" y="2087555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438" y="6294438"/>
            <a:ext cx="357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2438" y="661193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254000"/>
                </a:lnTo>
                <a:cubicBezTo>
                  <a:pt x="3500438" y="289047"/>
                  <a:pt x="3471984" y="317500"/>
                  <a:pt x="343693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15938" y="6675438"/>
            <a:ext cx="113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Abandonment Rate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561457" y="6675438"/>
            <a:ext cx="38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18%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52438" y="699293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254000"/>
                </a:lnTo>
                <a:cubicBezTo>
                  <a:pt x="3500438" y="289047"/>
                  <a:pt x="3471984" y="317500"/>
                  <a:pt x="343693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15938" y="7056438"/>
            <a:ext cx="976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Rate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514700" y="7056438"/>
            <a:ext cx="43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5.5%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52438" y="737393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254000"/>
                </a:lnTo>
                <a:cubicBezTo>
                  <a:pt x="3500438" y="289047"/>
                  <a:pt x="3471984" y="317500"/>
                  <a:pt x="343693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515938" y="7437438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Time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381623" y="743743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2.5 min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216115" y="6163469"/>
            <a:ext cx="3762375" cy="2182813"/>
          </a:xfrm>
          <a:custGeom>
            <a:avLst/>
            <a:gdLst/>
            <a:ahLst/>
            <a:cxnLst/>
            <a:rect l="l" t="t" r="r" b="b"/>
            <a:pathLst>
              <a:path w="3762375" h="2182813">
                <a:moveTo>
                  <a:pt x="95258" y="0"/>
                </a:moveTo>
                <a:lnTo>
                  <a:pt x="3667117" y="0"/>
                </a:lnTo>
                <a:cubicBezTo>
                  <a:pt x="3719727" y="0"/>
                  <a:pt x="3762375" y="42648"/>
                  <a:pt x="3762375" y="95258"/>
                </a:cubicBezTo>
                <a:lnTo>
                  <a:pt x="3762375" y="2087555"/>
                </a:lnTo>
                <a:cubicBezTo>
                  <a:pt x="3762375" y="2140164"/>
                  <a:pt x="3719727" y="2182813"/>
                  <a:pt x="3667117" y="2182813"/>
                </a:cubicBezTo>
                <a:lnTo>
                  <a:pt x="95258" y="2182813"/>
                </a:lnTo>
                <a:cubicBezTo>
                  <a:pt x="42648" y="2182813"/>
                  <a:pt x="0" y="2140164"/>
                  <a:pt x="0" y="2087555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47083" y="6294438"/>
            <a:ext cx="357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A/B Test Plan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347083" y="6611938"/>
            <a:ext cx="3500438" cy="476250"/>
          </a:xfrm>
          <a:custGeom>
            <a:avLst/>
            <a:gdLst/>
            <a:ahLst/>
            <a:cxnLst/>
            <a:rect l="l" t="t" r="r" b="b"/>
            <a:pathLst>
              <a:path w="3500438" h="476250">
                <a:moveTo>
                  <a:pt x="63498" y="0"/>
                </a:moveTo>
                <a:lnTo>
                  <a:pt x="3436939" y="0"/>
                </a:lnTo>
                <a:cubicBezTo>
                  <a:pt x="3472008" y="0"/>
                  <a:pt x="3500438" y="28429"/>
                  <a:pt x="3500438" y="63498"/>
                </a:cubicBezTo>
                <a:lnTo>
                  <a:pt x="3500438" y="412752"/>
                </a:lnTo>
                <a:cubicBezTo>
                  <a:pt x="3500438" y="447821"/>
                  <a:pt x="3472008" y="476250"/>
                  <a:pt x="3436939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410583" y="667543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Group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4410583" y="6865938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checkout flow (50%)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351052" y="7155656"/>
            <a:ext cx="3492500" cy="484187"/>
          </a:xfrm>
          <a:custGeom>
            <a:avLst/>
            <a:gdLst/>
            <a:ahLst/>
            <a:cxnLst/>
            <a:rect l="l" t="t" r="r" b="b"/>
            <a:pathLst>
              <a:path w="3492500" h="484187">
                <a:moveTo>
                  <a:pt x="63501" y="0"/>
                </a:moveTo>
                <a:lnTo>
                  <a:pt x="3428999" y="0"/>
                </a:lnTo>
                <a:cubicBezTo>
                  <a:pt x="3464070" y="0"/>
                  <a:pt x="3492500" y="28430"/>
                  <a:pt x="3492500" y="63501"/>
                </a:cubicBezTo>
                <a:lnTo>
                  <a:pt x="3492500" y="420686"/>
                </a:lnTo>
                <a:cubicBezTo>
                  <a:pt x="3492500" y="455757"/>
                  <a:pt x="3464070" y="484188"/>
                  <a:pt x="3428999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18521" y="72231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Group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418521" y="74136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Optimized flow (50%)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347083" y="7707313"/>
            <a:ext cx="3500438" cy="508000"/>
          </a:xfrm>
          <a:custGeom>
            <a:avLst/>
            <a:gdLst/>
            <a:ahLst/>
            <a:cxnLst/>
            <a:rect l="l" t="t" r="r" b="b"/>
            <a:pathLst>
              <a:path w="3500438" h="5080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444500"/>
                </a:lnTo>
                <a:cubicBezTo>
                  <a:pt x="3500438" y="479547"/>
                  <a:pt x="3471984" y="508000"/>
                  <a:pt x="343693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4410583" y="7770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Duration: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 weeks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410583" y="7961312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10K users/group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110761" y="6163469"/>
            <a:ext cx="3762375" cy="2182813"/>
          </a:xfrm>
          <a:custGeom>
            <a:avLst/>
            <a:gdLst/>
            <a:ahLst/>
            <a:cxnLst/>
            <a:rect l="l" t="t" r="r" b="b"/>
            <a:pathLst>
              <a:path w="3762375" h="2182813">
                <a:moveTo>
                  <a:pt x="95258" y="0"/>
                </a:moveTo>
                <a:lnTo>
                  <a:pt x="3667117" y="0"/>
                </a:lnTo>
                <a:cubicBezTo>
                  <a:pt x="3719727" y="0"/>
                  <a:pt x="3762375" y="42648"/>
                  <a:pt x="3762375" y="95258"/>
                </a:cubicBezTo>
                <a:lnTo>
                  <a:pt x="3762375" y="2087555"/>
                </a:lnTo>
                <a:cubicBezTo>
                  <a:pt x="3762375" y="2140164"/>
                  <a:pt x="3719727" y="2182813"/>
                  <a:pt x="3667117" y="2182813"/>
                </a:cubicBezTo>
                <a:lnTo>
                  <a:pt x="95258" y="2182813"/>
                </a:lnTo>
                <a:cubicBezTo>
                  <a:pt x="42648" y="2182813"/>
                  <a:pt x="0" y="2140164"/>
                  <a:pt x="0" y="2087555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41729" y="6294438"/>
            <a:ext cx="357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Dependencies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45698" y="6615906"/>
            <a:ext cx="3492500" cy="484187"/>
          </a:xfrm>
          <a:custGeom>
            <a:avLst/>
            <a:gdLst/>
            <a:ahLst/>
            <a:cxnLst/>
            <a:rect l="l" t="t" r="r" b="b"/>
            <a:pathLst>
              <a:path w="3492500" h="484187">
                <a:moveTo>
                  <a:pt x="63501" y="0"/>
                </a:moveTo>
                <a:lnTo>
                  <a:pt x="3428999" y="0"/>
                </a:lnTo>
                <a:cubicBezTo>
                  <a:pt x="3464070" y="0"/>
                  <a:pt x="3492500" y="28430"/>
                  <a:pt x="3492500" y="63501"/>
                </a:cubicBezTo>
                <a:lnTo>
                  <a:pt x="3492500" y="420686"/>
                </a:lnTo>
                <a:cubicBezTo>
                  <a:pt x="3492500" y="455757"/>
                  <a:pt x="3464070" y="484188"/>
                  <a:pt x="3428999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29042" y="6715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82" name="Text 80"/>
          <p:cNvSpPr/>
          <p:nvPr/>
        </p:nvSpPr>
        <p:spPr>
          <a:xfrm>
            <a:off x="8535417" y="6683375"/>
            <a:ext cx="187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Provider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535417" y="6873875"/>
            <a:ext cx="1865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 Pay sandbox access by Mar 28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45698" y="7171531"/>
            <a:ext cx="3492500" cy="484187"/>
          </a:xfrm>
          <a:custGeom>
            <a:avLst/>
            <a:gdLst/>
            <a:ahLst/>
            <a:cxnLst/>
            <a:rect l="l" t="t" r="r" b="b"/>
            <a:pathLst>
              <a:path w="3492500" h="484187">
                <a:moveTo>
                  <a:pt x="63501" y="0"/>
                </a:moveTo>
                <a:lnTo>
                  <a:pt x="3428999" y="0"/>
                </a:lnTo>
                <a:cubicBezTo>
                  <a:pt x="3464070" y="0"/>
                  <a:pt x="3492500" y="28430"/>
                  <a:pt x="3492500" y="63501"/>
                </a:cubicBezTo>
                <a:lnTo>
                  <a:pt x="3492500" y="420686"/>
                </a:lnTo>
                <a:cubicBezTo>
                  <a:pt x="3492500" y="455757"/>
                  <a:pt x="3464070" y="484188"/>
                  <a:pt x="3428999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29042" y="7270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6" name="Text 84"/>
          <p:cNvSpPr/>
          <p:nvPr/>
        </p:nvSpPr>
        <p:spPr>
          <a:xfrm>
            <a:off x="8535417" y="7239000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Review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535417" y="7429500"/>
            <a:ext cx="148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sign-off required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4524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9" name="Text 87"/>
          <p:cNvSpPr/>
          <p:nvPr/>
        </p:nvSpPr>
        <p:spPr>
          <a:xfrm>
            <a:off x="617513" y="1246188"/>
            <a:ext cx="11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452438" y="211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91" name="Text 89"/>
          <p:cNvSpPr/>
          <p:nvPr/>
        </p:nvSpPr>
        <p:spPr>
          <a:xfrm>
            <a:off x="606041" y="2214563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452438" y="3087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93" name="Text 91"/>
          <p:cNvSpPr/>
          <p:nvPr/>
        </p:nvSpPr>
        <p:spPr>
          <a:xfrm>
            <a:off x="605420" y="3182938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52438" y="40560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95" name="Text 93"/>
          <p:cNvSpPr/>
          <p:nvPr/>
        </p:nvSpPr>
        <p:spPr>
          <a:xfrm>
            <a:off x="605482" y="4151313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52438" y="502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97" name="Text 95"/>
          <p:cNvSpPr/>
          <p:nvPr/>
        </p:nvSpPr>
        <p:spPr>
          <a:xfrm>
            <a:off x="606351" y="5119688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&amp; Risk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1600200" cy="1076325"/>
          </a:xfrm>
          <a:custGeom>
            <a:avLst/>
            <a:gdLst/>
            <a:ahLst/>
            <a:cxnLst/>
            <a:rect l="l" t="t" r="r" b="b"/>
            <a:pathLst>
              <a:path w="1600200" h="1076325">
                <a:moveTo>
                  <a:pt x="114295" y="0"/>
                </a:moveTo>
                <a:lnTo>
                  <a:pt x="1485905" y="0"/>
                </a:lnTo>
                <a:cubicBezTo>
                  <a:pt x="1549028" y="0"/>
                  <a:pt x="1600200" y="51172"/>
                  <a:pt x="1600200" y="114295"/>
                </a:cubicBezTo>
                <a:lnTo>
                  <a:pt x="1600200" y="962030"/>
                </a:lnTo>
                <a:cubicBezTo>
                  <a:pt x="1600200" y="1025153"/>
                  <a:pt x="1549028" y="1076325"/>
                  <a:pt x="14859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DC2626">
              <a:alpha val="14902"/>
            </a:srgbClr>
          </a:soli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0544" y="13620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1575643" y="1343025"/>
            <a:ext cx="295275" cy="228600"/>
          </a:xfrm>
          <a:custGeom>
            <a:avLst/>
            <a:gdLst/>
            <a:ahLst/>
            <a:cxnLst/>
            <a:rect l="l" t="t" r="r" b="b"/>
            <a:pathLst>
              <a:path w="295275" h="228600">
                <a:moveTo>
                  <a:pt x="114300" y="0"/>
                </a:moveTo>
                <a:lnTo>
                  <a:pt x="180975" y="0"/>
                </a:lnTo>
                <a:cubicBezTo>
                  <a:pt x="244059" y="0"/>
                  <a:pt x="295275" y="51216"/>
                  <a:pt x="295275" y="114300"/>
                </a:cubicBezTo>
                <a:lnTo>
                  <a:pt x="295275" y="114300"/>
                </a:lnTo>
                <a:cubicBezTo>
                  <a:pt x="295275" y="177384"/>
                  <a:pt x="244059" y="228600"/>
                  <a:pt x="1809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75643" y="1343025"/>
            <a:ext cx="3524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825" y="1647825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825" y="1990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13583" y="1223963"/>
            <a:ext cx="1600200" cy="1076325"/>
          </a:xfrm>
          <a:custGeom>
            <a:avLst/>
            <a:gdLst/>
            <a:ahLst/>
            <a:cxnLst/>
            <a:rect l="l" t="t" r="r" b="b"/>
            <a:pathLst>
              <a:path w="1600200" h="1076325">
                <a:moveTo>
                  <a:pt x="114295" y="0"/>
                </a:moveTo>
                <a:lnTo>
                  <a:pt x="1485905" y="0"/>
                </a:lnTo>
                <a:cubicBezTo>
                  <a:pt x="1549028" y="0"/>
                  <a:pt x="1600200" y="51172"/>
                  <a:pt x="1600200" y="114295"/>
                </a:cubicBezTo>
                <a:lnTo>
                  <a:pt x="1600200" y="962030"/>
                </a:lnTo>
                <a:cubicBezTo>
                  <a:pt x="1600200" y="1025153"/>
                  <a:pt x="1549028" y="1076325"/>
                  <a:pt x="14859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A500">
              <a:alpha val="14902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6458" y="1362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0625" y="1343025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114300" y="0"/>
                </a:moveTo>
                <a:lnTo>
                  <a:pt x="152400" y="0"/>
                </a:lnTo>
                <a:cubicBezTo>
                  <a:pt x="215484" y="0"/>
                  <a:pt x="266700" y="51216"/>
                  <a:pt x="266700" y="114300"/>
                </a:cubicBezTo>
                <a:lnTo>
                  <a:pt x="266700" y="114300"/>
                </a:lnTo>
                <a:cubicBezTo>
                  <a:pt x="266700" y="177384"/>
                  <a:pt x="215484" y="228600"/>
                  <a:pt x="1524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0625" y="1343025"/>
            <a:ext cx="323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32645" y="1647825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32645" y="1990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1403" y="1223963"/>
            <a:ext cx="1600200" cy="1076325"/>
          </a:xfrm>
          <a:custGeom>
            <a:avLst/>
            <a:gdLst/>
            <a:ahLst/>
            <a:cxnLst/>
            <a:rect l="l" t="t" r="r" b="b"/>
            <a:pathLst>
              <a:path w="1600200" h="1076325">
                <a:moveTo>
                  <a:pt x="114295" y="0"/>
                </a:moveTo>
                <a:lnTo>
                  <a:pt x="1485905" y="0"/>
                </a:lnTo>
                <a:cubicBezTo>
                  <a:pt x="1549028" y="0"/>
                  <a:pt x="1600200" y="51172"/>
                  <a:pt x="1600200" y="114295"/>
                </a:cubicBezTo>
                <a:lnTo>
                  <a:pt x="1600200" y="962030"/>
                </a:lnTo>
                <a:cubicBezTo>
                  <a:pt x="1600200" y="1025153"/>
                  <a:pt x="1549028" y="1076325"/>
                  <a:pt x="14859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3A86FF">
              <a:alpha val="14902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2371" y="1362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37758" y="13430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14300" y="0"/>
                </a:moveTo>
                <a:lnTo>
                  <a:pt x="171450" y="0"/>
                </a:lnTo>
                <a:cubicBezTo>
                  <a:pt x="234534" y="0"/>
                  <a:pt x="285750" y="51216"/>
                  <a:pt x="285750" y="114300"/>
                </a:cubicBezTo>
                <a:lnTo>
                  <a:pt x="285750" y="114300"/>
                </a:lnTo>
                <a:cubicBezTo>
                  <a:pt x="285750" y="177384"/>
                  <a:pt x="234534" y="228600"/>
                  <a:pt x="1714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37758" y="1343025"/>
            <a:ext cx="3429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60465" y="1647825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60465" y="1990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69223" y="1223963"/>
            <a:ext cx="1600200" cy="1076325"/>
          </a:xfrm>
          <a:custGeom>
            <a:avLst/>
            <a:gdLst/>
            <a:ahLst/>
            <a:cxnLst/>
            <a:rect l="l" t="t" r="r" b="b"/>
            <a:pathLst>
              <a:path w="1600200" h="1076325">
                <a:moveTo>
                  <a:pt x="114295" y="0"/>
                </a:moveTo>
                <a:lnTo>
                  <a:pt x="1485905" y="0"/>
                </a:lnTo>
                <a:cubicBezTo>
                  <a:pt x="1549028" y="0"/>
                  <a:pt x="1600200" y="51172"/>
                  <a:pt x="1600200" y="114295"/>
                </a:cubicBezTo>
                <a:lnTo>
                  <a:pt x="1600200" y="962030"/>
                </a:lnTo>
                <a:cubicBezTo>
                  <a:pt x="1600200" y="1025153"/>
                  <a:pt x="1549028" y="1076325"/>
                  <a:pt x="14859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2098" y="1362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E8E9EA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64536" y="13430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14300" y="0"/>
                </a:moveTo>
                <a:lnTo>
                  <a:pt x="171450" y="0"/>
                </a:lnTo>
                <a:cubicBezTo>
                  <a:pt x="234534" y="0"/>
                  <a:pt x="285750" y="51216"/>
                  <a:pt x="285750" y="114300"/>
                </a:cubicBezTo>
                <a:lnTo>
                  <a:pt x="285750" y="114300"/>
                </a:lnTo>
                <a:cubicBezTo>
                  <a:pt x="285750" y="177384"/>
                  <a:pt x="234534" y="228600"/>
                  <a:pt x="1714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64536" y="1343025"/>
            <a:ext cx="3429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88285" y="1647825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88285" y="1990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5763" y="2462213"/>
            <a:ext cx="6791325" cy="4200525"/>
          </a:xfrm>
          <a:custGeom>
            <a:avLst/>
            <a:gdLst/>
            <a:ahLst/>
            <a:cxnLst/>
            <a:rect l="l" t="t" r="r" b="b"/>
            <a:pathLst>
              <a:path w="6791325" h="4200525">
                <a:moveTo>
                  <a:pt x="114296" y="0"/>
                </a:moveTo>
                <a:lnTo>
                  <a:pt x="6677029" y="0"/>
                </a:lnTo>
                <a:cubicBezTo>
                  <a:pt x="6740111" y="0"/>
                  <a:pt x="6791325" y="51214"/>
                  <a:pt x="6791325" y="114296"/>
                </a:cubicBezTo>
                <a:lnTo>
                  <a:pt x="6791325" y="4086229"/>
                </a:lnTo>
                <a:cubicBezTo>
                  <a:pt x="6791325" y="4149311"/>
                  <a:pt x="6740111" y="4200525"/>
                  <a:pt x="667702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925" y="2619375"/>
            <a:ext cx="657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Trend (Last 4 Weeks)</a:t>
            </a:r>
            <a:endParaRPr lang="en-US" sz="1600" dirty="0"/>
          </a:p>
        </p:txBody>
      </p:sp>
      <p:pic>
        <p:nvPicPr>
          <p:cNvPr id="30" name="Image 0" descr="https://kimi-img.moonshot.cn/pub/slides/26-03-31-21:57:05-d75t5c8hklbtn17es4q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3000375"/>
            <a:ext cx="64770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7335143" y="1223963"/>
            <a:ext cx="4467225" cy="2124075"/>
          </a:xfrm>
          <a:custGeom>
            <a:avLst/>
            <a:gdLst/>
            <a:ahLst/>
            <a:cxnLst/>
            <a:rect l="l" t="t" r="r" b="b"/>
            <a:pathLst>
              <a:path w="4467225" h="2124075">
                <a:moveTo>
                  <a:pt x="114296" y="0"/>
                </a:moveTo>
                <a:lnTo>
                  <a:pt x="4352929" y="0"/>
                </a:lnTo>
                <a:cubicBezTo>
                  <a:pt x="4416053" y="0"/>
                  <a:pt x="4467225" y="51172"/>
                  <a:pt x="4467225" y="114296"/>
                </a:cubicBezTo>
                <a:lnTo>
                  <a:pt x="4467225" y="2009779"/>
                </a:lnTo>
                <a:cubicBezTo>
                  <a:pt x="4467225" y="2072903"/>
                  <a:pt x="4416053" y="2124075"/>
                  <a:pt x="4352929" y="2124075"/>
                </a:cubicBezTo>
                <a:lnTo>
                  <a:pt x="114296" y="2124075"/>
                </a:lnTo>
                <a:cubicBezTo>
                  <a:pt x="51172" y="2124075"/>
                  <a:pt x="0" y="2072903"/>
                  <a:pt x="0" y="2009779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26834" y="14287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3746" y="-8840"/>
                </a:moveTo>
                <a:cubicBezTo>
                  <a:pt x="56860" y="-11452"/>
                  <a:pt x="61447" y="-11352"/>
                  <a:pt x="64428" y="-8539"/>
                </a:cubicBezTo>
                <a:cubicBezTo>
                  <a:pt x="68547" y="-4655"/>
                  <a:pt x="72230" y="-368"/>
                  <a:pt x="75780" y="3985"/>
                </a:cubicBezTo>
                <a:cubicBezTo>
                  <a:pt x="80300" y="9510"/>
                  <a:pt x="85725" y="16810"/>
                  <a:pt x="90949" y="25483"/>
                </a:cubicBezTo>
                <a:cubicBezTo>
                  <a:pt x="92690" y="23206"/>
                  <a:pt x="94298" y="21197"/>
                  <a:pt x="95704" y="19489"/>
                </a:cubicBezTo>
                <a:cubicBezTo>
                  <a:pt x="96072" y="19054"/>
                  <a:pt x="96441" y="18585"/>
                  <a:pt x="96809" y="18116"/>
                </a:cubicBezTo>
                <a:cubicBezTo>
                  <a:pt x="99454" y="14834"/>
                  <a:pt x="102736" y="10716"/>
                  <a:pt x="107123" y="10716"/>
                </a:cubicBezTo>
                <a:cubicBezTo>
                  <a:pt x="111610" y="10716"/>
                  <a:pt x="114758" y="14700"/>
                  <a:pt x="117437" y="18116"/>
                </a:cubicBezTo>
                <a:cubicBezTo>
                  <a:pt x="117872" y="18685"/>
                  <a:pt x="118307" y="19221"/>
                  <a:pt x="118743" y="19723"/>
                </a:cubicBezTo>
                <a:cubicBezTo>
                  <a:pt x="122192" y="23876"/>
                  <a:pt x="126779" y="29870"/>
                  <a:pt x="131367" y="37270"/>
                </a:cubicBezTo>
                <a:cubicBezTo>
                  <a:pt x="140475" y="51971"/>
                  <a:pt x="149985" y="72900"/>
                  <a:pt x="149985" y="96407"/>
                </a:cubicBezTo>
                <a:cubicBezTo>
                  <a:pt x="149985" y="137830"/>
                  <a:pt x="116398" y="171417"/>
                  <a:pt x="74976" y="171417"/>
                </a:cubicBezTo>
                <a:cubicBezTo>
                  <a:pt x="33553" y="171417"/>
                  <a:pt x="0" y="137863"/>
                  <a:pt x="0" y="96441"/>
                </a:cubicBezTo>
                <a:cubicBezTo>
                  <a:pt x="0" y="65935"/>
                  <a:pt x="13763" y="39514"/>
                  <a:pt x="26956" y="21096"/>
                </a:cubicBezTo>
                <a:cubicBezTo>
                  <a:pt x="33620" y="11821"/>
                  <a:pt x="40251" y="4387"/>
                  <a:pt x="45240" y="-703"/>
                </a:cubicBezTo>
                <a:cubicBezTo>
                  <a:pt x="47986" y="-3516"/>
                  <a:pt x="50765" y="-6295"/>
                  <a:pt x="53779" y="-8807"/>
                </a:cubicBezTo>
                <a:close/>
                <a:moveTo>
                  <a:pt x="75579" y="139303"/>
                </a:moveTo>
                <a:cubicBezTo>
                  <a:pt x="84051" y="139303"/>
                  <a:pt x="91552" y="136959"/>
                  <a:pt x="98617" y="132271"/>
                </a:cubicBezTo>
                <a:cubicBezTo>
                  <a:pt x="112715" y="122426"/>
                  <a:pt x="116499" y="102736"/>
                  <a:pt x="108027" y="87265"/>
                </a:cubicBezTo>
                <a:cubicBezTo>
                  <a:pt x="106520" y="84252"/>
                  <a:pt x="102669" y="84051"/>
                  <a:pt x="100492" y="86596"/>
                </a:cubicBezTo>
                <a:lnTo>
                  <a:pt x="92054" y="96407"/>
                </a:lnTo>
                <a:cubicBezTo>
                  <a:pt x="89844" y="98952"/>
                  <a:pt x="85859" y="98885"/>
                  <a:pt x="83783" y="96240"/>
                </a:cubicBezTo>
                <a:cubicBezTo>
                  <a:pt x="77990" y="88839"/>
                  <a:pt x="67341" y="75344"/>
                  <a:pt x="61916" y="68446"/>
                </a:cubicBezTo>
                <a:cubicBezTo>
                  <a:pt x="60108" y="66135"/>
                  <a:pt x="56826" y="65767"/>
                  <a:pt x="54717" y="67810"/>
                </a:cubicBezTo>
                <a:cubicBezTo>
                  <a:pt x="48589" y="73770"/>
                  <a:pt x="37471" y="86830"/>
                  <a:pt x="37471" y="102736"/>
                </a:cubicBezTo>
                <a:cubicBezTo>
                  <a:pt x="37471" y="125708"/>
                  <a:pt x="54415" y="139303"/>
                  <a:pt x="75545" y="139303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7711380" y="1381125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P0 Critical Issue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497068" y="1766888"/>
            <a:ext cx="4143375" cy="1000125"/>
          </a:xfrm>
          <a:custGeom>
            <a:avLst/>
            <a:gdLst/>
            <a:ahLst/>
            <a:cxnLst/>
            <a:rect l="l" t="t" r="r" b="b"/>
            <a:pathLst>
              <a:path w="4143375" h="1000125">
                <a:moveTo>
                  <a:pt x="76200" y="0"/>
                </a:moveTo>
                <a:lnTo>
                  <a:pt x="4067175" y="0"/>
                </a:lnTo>
                <a:cubicBezTo>
                  <a:pt x="4109259" y="0"/>
                  <a:pt x="4143375" y="34116"/>
                  <a:pt x="4143375" y="76200"/>
                </a:cubicBezTo>
                <a:lnTo>
                  <a:pt x="4143375" y="923925"/>
                </a:lnTo>
                <a:cubicBezTo>
                  <a:pt x="4143375" y="966009"/>
                  <a:pt x="4109259" y="1000125"/>
                  <a:pt x="40671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DC2626">
                <a:alpha val="50196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16130" y="188595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PAY-284: Payment Gateway Timeout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616130" y="2152650"/>
            <a:ext cx="397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unable to complete payments during peak hours (6-9 PM)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616130" y="2419350"/>
            <a:ext cx="1304925" cy="228600"/>
          </a:xfrm>
          <a:custGeom>
            <a:avLst/>
            <a:gdLst/>
            <a:ahLst/>
            <a:cxnLst/>
            <a:rect l="l" t="t" r="r" b="b"/>
            <a:pathLst>
              <a:path w="1304925" h="228600">
                <a:moveTo>
                  <a:pt x="38101" y="0"/>
                </a:moveTo>
                <a:lnTo>
                  <a:pt x="1266824" y="0"/>
                </a:lnTo>
                <a:cubicBezTo>
                  <a:pt x="1287867" y="0"/>
                  <a:pt x="1304925" y="17058"/>
                  <a:pt x="1304925" y="38101"/>
                </a:cubicBezTo>
                <a:lnTo>
                  <a:pt x="1304925" y="190499"/>
                </a:lnTo>
                <a:cubicBezTo>
                  <a:pt x="1304925" y="211542"/>
                  <a:pt x="1287867" y="228600"/>
                  <a:pt x="1266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616130" y="2419350"/>
            <a:ext cx="13620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AFFECTING REVENUE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034537" y="243840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Reported: Mar 29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492305" y="2847975"/>
            <a:ext cx="4152900" cy="342900"/>
          </a:xfrm>
          <a:custGeom>
            <a:avLst/>
            <a:gdLst/>
            <a:ahLst/>
            <a:cxnLst/>
            <a:rect l="l" t="t" r="r" b="b"/>
            <a:pathLst>
              <a:path w="4152900" h="342900">
                <a:moveTo>
                  <a:pt x="76199" y="0"/>
                </a:moveTo>
                <a:lnTo>
                  <a:pt x="4076701" y="0"/>
                </a:lnTo>
                <a:cubicBezTo>
                  <a:pt x="4118784" y="0"/>
                  <a:pt x="4152900" y="34116"/>
                  <a:pt x="4152900" y="76199"/>
                </a:cubicBezTo>
                <a:lnTo>
                  <a:pt x="4152900" y="266701"/>
                </a:lnTo>
                <a:cubicBezTo>
                  <a:pt x="4152900" y="308784"/>
                  <a:pt x="4118784" y="342900"/>
                  <a:pt x="4076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568505" y="2924175"/>
            <a:ext cx="406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Engineering team investigating, ETA fix: Apr 1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335143" y="3509963"/>
            <a:ext cx="4467225" cy="2333625"/>
          </a:xfrm>
          <a:custGeom>
            <a:avLst/>
            <a:gdLst/>
            <a:ahLst/>
            <a:cxnLst/>
            <a:rect l="l" t="t" r="r" b="b"/>
            <a:pathLst>
              <a:path w="4467225" h="2333625">
                <a:moveTo>
                  <a:pt x="114301" y="0"/>
                </a:moveTo>
                <a:lnTo>
                  <a:pt x="4352924" y="0"/>
                </a:lnTo>
                <a:cubicBezTo>
                  <a:pt x="4416051" y="0"/>
                  <a:pt x="4467225" y="51174"/>
                  <a:pt x="4467225" y="114301"/>
                </a:cubicBezTo>
                <a:lnTo>
                  <a:pt x="4467225" y="2219324"/>
                </a:lnTo>
                <a:cubicBezTo>
                  <a:pt x="4467225" y="2282451"/>
                  <a:pt x="4416051" y="2333625"/>
                  <a:pt x="4352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92305" y="36671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P1 Issues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492305" y="4048125"/>
            <a:ext cx="4152900" cy="495300"/>
          </a:xfrm>
          <a:custGeom>
            <a:avLst/>
            <a:gdLst/>
            <a:ahLst/>
            <a:cxnLst/>
            <a:rect l="l" t="t" r="r" b="b"/>
            <a:pathLst>
              <a:path w="4152900" h="495300">
                <a:moveTo>
                  <a:pt x="76202" y="0"/>
                </a:moveTo>
                <a:lnTo>
                  <a:pt x="4076698" y="0"/>
                </a:lnTo>
                <a:cubicBezTo>
                  <a:pt x="4118783" y="0"/>
                  <a:pt x="4152900" y="34117"/>
                  <a:pt x="4152900" y="76202"/>
                </a:cubicBezTo>
                <a:lnTo>
                  <a:pt x="4152900" y="419098"/>
                </a:lnTo>
                <a:cubicBezTo>
                  <a:pt x="4152900" y="461183"/>
                  <a:pt x="4118783" y="495300"/>
                  <a:pt x="4076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7568505" y="4124325"/>
            <a:ext cx="406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USR-156: Profile Image Upload Fails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568505" y="4314825"/>
            <a:ext cx="4057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Affects 15% of users • Assigned: Sarah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492305" y="4619625"/>
            <a:ext cx="4152900" cy="495300"/>
          </a:xfrm>
          <a:custGeom>
            <a:avLst/>
            <a:gdLst/>
            <a:ahLst/>
            <a:cxnLst/>
            <a:rect l="l" t="t" r="r" b="b"/>
            <a:pathLst>
              <a:path w="4152900" h="495300">
                <a:moveTo>
                  <a:pt x="76202" y="0"/>
                </a:moveTo>
                <a:lnTo>
                  <a:pt x="4076698" y="0"/>
                </a:lnTo>
                <a:cubicBezTo>
                  <a:pt x="4118783" y="0"/>
                  <a:pt x="4152900" y="34117"/>
                  <a:pt x="4152900" y="76202"/>
                </a:cubicBezTo>
                <a:lnTo>
                  <a:pt x="4152900" y="419098"/>
                </a:lnTo>
                <a:cubicBezTo>
                  <a:pt x="4152900" y="461183"/>
                  <a:pt x="4118783" y="495300"/>
                  <a:pt x="4076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568505" y="4695825"/>
            <a:ext cx="406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DASH-89: Analytics Export Timeout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568505" y="4886325"/>
            <a:ext cx="4057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dataset issue • Assigned: Mike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92305" y="5191125"/>
            <a:ext cx="4152900" cy="495300"/>
          </a:xfrm>
          <a:custGeom>
            <a:avLst/>
            <a:gdLst/>
            <a:ahLst/>
            <a:cxnLst/>
            <a:rect l="l" t="t" r="r" b="b"/>
            <a:pathLst>
              <a:path w="4152900" h="495300">
                <a:moveTo>
                  <a:pt x="76202" y="0"/>
                </a:moveTo>
                <a:lnTo>
                  <a:pt x="4076698" y="0"/>
                </a:lnTo>
                <a:cubicBezTo>
                  <a:pt x="4118783" y="0"/>
                  <a:pt x="4152900" y="34117"/>
                  <a:pt x="4152900" y="76202"/>
                </a:cubicBezTo>
                <a:lnTo>
                  <a:pt x="4152900" y="419098"/>
                </a:lnTo>
                <a:cubicBezTo>
                  <a:pt x="4152900" y="461183"/>
                  <a:pt x="4118783" y="495300"/>
                  <a:pt x="4076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568505" y="5267325"/>
            <a:ext cx="406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NOT-42: Email Notifications Delayed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568505" y="5457825"/>
            <a:ext cx="4057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2-hour delay • Assigned: Lisa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335143" y="6005513"/>
            <a:ext cx="4467225" cy="657225"/>
          </a:xfrm>
          <a:custGeom>
            <a:avLst/>
            <a:gdLst/>
            <a:ahLst/>
            <a:cxnLst/>
            <a:rect l="l" t="t" r="r" b="b"/>
            <a:pathLst>
              <a:path w="4467225" h="657225">
                <a:moveTo>
                  <a:pt x="114298" y="0"/>
                </a:moveTo>
                <a:lnTo>
                  <a:pt x="4352927" y="0"/>
                </a:lnTo>
                <a:cubicBezTo>
                  <a:pt x="4416010" y="0"/>
                  <a:pt x="4467225" y="51215"/>
                  <a:pt x="4467225" y="114298"/>
                </a:cubicBezTo>
                <a:lnTo>
                  <a:pt x="4467225" y="542927"/>
                </a:lnTo>
                <a:cubicBezTo>
                  <a:pt x="4467225" y="606010"/>
                  <a:pt x="4416010" y="657225"/>
                  <a:pt x="4352927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478018" y="6238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55" name="Text 52"/>
          <p:cNvSpPr/>
          <p:nvPr/>
        </p:nvSpPr>
        <p:spPr>
          <a:xfrm>
            <a:off x="7806630" y="612457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Bugs Resolved This Week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806630" y="6353175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 issues closed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455226" y="6181725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Risks &amp; Mitigation Plans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019969"/>
            <a:ext cx="5707063" cy="2373313"/>
          </a:xfrm>
          <a:custGeom>
            <a:avLst/>
            <a:gdLst/>
            <a:ahLst/>
            <a:cxnLst/>
            <a:rect l="l" t="t" r="r" b="b"/>
            <a:pathLst>
              <a:path w="5707063" h="2373313">
                <a:moveTo>
                  <a:pt x="95241" y="0"/>
                </a:moveTo>
                <a:lnTo>
                  <a:pt x="5611821" y="0"/>
                </a:lnTo>
                <a:cubicBezTo>
                  <a:pt x="5664422" y="0"/>
                  <a:pt x="5707063" y="42641"/>
                  <a:pt x="5707063" y="95241"/>
                </a:cubicBezTo>
                <a:lnTo>
                  <a:pt x="5707063" y="2278071"/>
                </a:lnTo>
                <a:cubicBezTo>
                  <a:pt x="5707063" y="2330672"/>
                  <a:pt x="5664422" y="2373313"/>
                  <a:pt x="5611821" y="2373313"/>
                </a:cubicBezTo>
                <a:lnTo>
                  <a:pt x="95241" y="2373313"/>
                </a:lnTo>
                <a:cubicBezTo>
                  <a:pt x="42641" y="2373313"/>
                  <a:pt x="0" y="2330672"/>
                  <a:pt x="0" y="2278071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438" y="1150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6509" y="1214438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5188" y="1198563"/>
            <a:ext cx="185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Gateway Instability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37870" y="1182688"/>
            <a:ext cx="460375" cy="254000"/>
          </a:xfrm>
          <a:custGeom>
            <a:avLst/>
            <a:gdLst/>
            <a:ahLst/>
            <a:cxnLst/>
            <a:rect l="l" t="t" r="r" b="b"/>
            <a:pathLst>
              <a:path w="460375" h="254000">
                <a:moveTo>
                  <a:pt x="127000" y="0"/>
                </a:moveTo>
                <a:lnTo>
                  <a:pt x="333375" y="0"/>
                </a:lnTo>
                <a:cubicBezTo>
                  <a:pt x="403468" y="0"/>
                  <a:pt x="460375" y="56907"/>
                  <a:pt x="460375" y="127000"/>
                </a:cubicBezTo>
                <a:lnTo>
                  <a:pt x="460375" y="127000"/>
                </a:lnTo>
                <a:cubicBezTo>
                  <a:pt x="460375" y="197093"/>
                  <a:pt x="403468" y="254000"/>
                  <a:pt x="333375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533120" y="1234281"/>
            <a:ext cx="32475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438" y="156368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5938" y="162718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Revenue loss, customer complaints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5938" y="181768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Likelihood: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Medium (ongoing issue)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6406" y="2107406"/>
            <a:ext cx="5437188" cy="801688"/>
          </a:xfrm>
          <a:custGeom>
            <a:avLst/>
            <a:gdLst/>
            <a:ahLst/>
            <a:cxnLst/>
            <a:rect l="l" t="t" r="r" b="b"/>
            <a:pathLst>
              <a:path w="5437188" h="801688">
                <a:moveTo>
                  <a:pt x="63502" y="0"/>
                </a:moveTo>
                <a:lnTo>
                  <a:pt x="5373686" y="0"/>
                </a:lnTo>
                <a:cubicBezTo>
                  <a:pt x="5408757" y="0"/>
                  <a:pt x="5437188" y="28431"/>
                  <a:pt x="5437188" y="63502"/>
                </a:cubicBezTo>
                <a:lnTo>
                  <a:pt x="5437188" y="738186"/>
                </a:lnTo>
                <a:cubicBezTo>
                  <a:pt x="5437188" y="773257"/>
                  <a:pt x="5408757" y="801687"/>
                  <a:pt x="5373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875" y="21748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875" y="23653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Implement fallback payment provider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3875" y="25241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Add retry logic with exponential backoff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875" y="26828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Real-time monitoring alerts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438" y="2976563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5938" y="3040063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Engineering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25442" y="3040063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469" y="3528219"/>
            <a:ext cx="5707063" cy="2373313"/>
          </a:xfrm>
          <a:custGeom>
            <a:avLst/>
            <a:gdLst/>
            <a:ahLst/>
            <a:cxnLst/>
            <a:rect l="l" t="t" r="r" b="b"/>
            <a:pathLst>
              <a:path w="5707063" h="2373313">
                <a:moveTo>
                  <a:pt x="95241" y="0"/>
                </a:moveTo>
                <a:lnTo>
                  <a:pt x="5611821" y="0"/>
                </a:lnTo>
                <a:cubicBezTo>
                  <a:pt x="5664422" y="0"/>
                  <a:pt x="5707063" y="42641"/>
                  <a:pt x="5707063" y="95241"/>
                </a:cubicBezTo>
                <a:lnTo>
                  <a:pt x="5707063" y="2278071"/>
                </a:lnTo>
                <a:cubicBezTo>
                  <a:pt x="5707063" y="2330672"/>
                  <a:pt x="5664422" y="2373313"/>
                  <a:pt x="5611821" y="2373313"/>
                </a:cubicBezTo>
                <a:lnTo>
                  <a:pt x="95241" y="2373313"/>
                </a:lnTo>
                <a:cubicBezTo>
                  <a:pt x="42641" y="2373313"/>
                  <a:pt x="0" y="2330672"/>
                  <a:pt x="0" y="2278071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438" y="365918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35037" y="3722688"/>
            <a:ext cx="21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5188" y="3706813"/>
            <a:ext cx="136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Schema Delays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58284" y="3690937"/>
            <a:ext cx="642938" cy="254000"/>
          </a:xfrm>
          <a:custGeom>
            <a:avLst/>
            <a:gdLst/>
            <a:ahLst/>
            <a:cxnLst/>
            <a:rect l="l" t="t" r="r" b="b"/>
            <a:pathLst>
              <a:path w="642938" h="254000">
                <a:moveTo>
                  <a:pt x="127000" y="0"/>
                </a:moveTo>
                <a:lnTo>
                  <a:pt x="515938" y="0"/>
                </a:lnTo>
                <a:cubicBezTo>
                  <a:pt x="586031" y="0"/>
                  <a:pt x="642938" y="56907"/>
                  <a:pt x="642938" y="127000"/>
                </a:cubicBezTo>
                <a:lnTo>
                  <a:pt x="642938" y="127000"/>
                </a:lnTo>
                <a:cubicBezTo>
                  <a:pt x="642938" y="197093"/>
                  <a:pt x="586031" y="254000"/>
                  <a:pt x="515938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53534" y="3742531"/>
            <a:ext cx="504341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2438" y="407193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15938" y="413543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Analytics module delayed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5938" y="432593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Likelihood: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 (dependency)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6406" y="4615656"/>
            <a:ext cx="5437188" cy="801688"/>
          </a:xfrm>
          <a:custGeom>
            <a:avLst/>
            <a:gdLst/>
            <a:ahLst/>
            <a:cxnLst/>
            <a:rect l="l" t="t" r="r" b="b"/>
            <a:pathLst>
              <a:path w="5437188" h="801688">
                <a:moveTo>
                  <a:pt x="63502" y="0"/>
                </a:moveTo>
                <a:lnTo>
                  <a:pt x="5373686" y="0"/>
                </a:lnTo>
                <a:cubicBezTo>
                  <a:pt x="5408757" y="0"/>
                  <a:pt x="5437188" y="28431"/>
                  <a:pt x="5437188" y="63502"/>
                </a:cubicBezTo>
                <a:lnTo>
                  <a:pt x="5437188" y="738186"/>
                </a:lnTo>
                <a:cubicBezTo>
                  <a:pt x="5437188" y="773257"/>
                  <a:pt x="5408757" y="801687"/>
                  <a:pt x="5373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875" y="46831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3875" y="48736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Daily sync with data team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875" y="50323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Parallel development with mock data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3875" y="51911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Scope reduction option identified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2438" y="5484813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5938" y="5548313"/>
            <a:ext cx="81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Product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39494" y="5548313"/>
            <a:ext cx="65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Mar 28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3469" y="1019969"/>
            <a:ext cx="5707063" cy="2373313"/>
          </a:xfrm>
          <a:custGeom>
            <a:avLst/>
            <a:gdLst/>
            <a:ahLst/>
            <a:cxnLst/>
            <a:rect l="l" t="t" r="r" b="b"/>
            <a:pathLst>
              <a:path w="5707063" h="2373313">
                <a:moveTo>
                  <a:pt x="95241" y="0"/>
                </a:moveTo>
                <a:lnTo>
                  <a:pt x="5611821" y="0"/>
                </a:lnTo>
                <a:cubicBezTo>
                  <a:pt x="5664422" y="0"/>
                  <a:pt x="5707063" y="42641"/>
                  <a:pt x="5707063" y="95241"/>
                </a:cubicBezTo>
                <a:lnTo>
                  <a:pt x="5707063" y="2278071"/>
                </a:lnTo>
                <a:cubicBezTo>
                  <a:pt x="5707063" y="2330672"/>
                  <a:pt x="5664422" y="2373313"/>
                  <a:pt x="5611821" y="2373313"/>
                </a:cubicBezTo>
                <a:lnTo>
                  <a:pt x="95241" y="2373313"/>
                </a:lnTo>
                <a:cubicBezTo>
                  <a:pt x="42641" y="2373313"/>
                  <a:pt x="0" y="2330672"/>
                  <a:pt x="0" y="2278071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94438" y="1150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76479" y="1214438"/>
            <a:ext cx="21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07188" y="1198563"/>
            <a:ext cx="162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Third-Party API Changes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00284" y="1182688"/>
            <a:ext cx="642938" cy="254000"/>
          </a:xfrm>
          <a:custGeom>
            <a:avLst/>
            <a:gdLst/>
            <a:ahLst/>
            <a:cxnLst/>
            <a:rect l="l" t="t" r="r" b="b"/>
            <a:pathLst>
              <a:path w="642938" h="254000">
                <a:moveTo>
                  <a:pt x="127000" y="0"/>
                </a:moveTo>
                <a:lnTo>
                  <a:pt x="515938" y="0"/>
                </a:lnTo>
                <a:cubicBezTo>
                  <a:pt x="586031" y="0"/>
                  <a:pt x="642938" y="56907"/>
                  <a:pt x="642938" y="127000"/>
                </a:cubicBezTo>
                <a:lnTo>
                  <a:pt x="642938" y="127000"/>
                </a:lnTo>
                <a:cubicBezTo>
                  <a:pt x="642938" y="197093"/>
                  <a:pt x="586031" y="254000"/>
                  <a:pt x="515938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195534" y="1234281"/>
            <a:ext cx="504341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94438" y="156368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57938" y="162718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Payment integration breakage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57938" y="181768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Likelihood: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Low-Medium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98406" y="2107406"/>
            <a:ext cx="5437188" cy="801688"/>
          </a:xfrm>
          <a:custGeom>
            <a:avLst/>
            <a:gdLst/>
            <a:ahLst/>
            <a:cxnLst/>
            <a:rect l="l" t="t" r="r" b="b"/>
            <a:pathLst>
              <a:path w="5437188" h="801688">
                <a:moveTo>
                  <a:pt x="63502" y="0"/>
                </a:moveTo>
                <a:lnTo>
                  <a:pt x="5373686" y="0"/>
                </a:lnTo>
                <a:cubicBezTo>
                  <a:pt x="5408757" y="0"/>
                  <a:pt x="5437188" y="28431"/>
                  <a:pt x="5437188" y="63502"/>
                </a:cubicBezTo>
                <a:lnTo>
                  <a:pt x="5437188" y="738186"/>
                </a:lnTo>
                <a:cubicBezTo>
                  <a:pt x="5437188" y="773257"/>
                  <a:pt x="5408757" y="801687"/>
                  <a:pt x="5373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5875" y="21748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65875" y="23653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API version locking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65875" y="25241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Automated integration tests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5875" y="26828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Provider change management alerts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94438" y="2976563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357938" y="3040063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Engineering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56429" y="3040063"/>
            <a:ext cx="476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Ongoing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3469" y="3528219"/>
            <a:ext cx="5707063" cy="2373313"/>
          </a:xfrm>
          <a:custGeom>
            <a:avLst/>
            <a:gdLst/>
            <a:ahLst/>
            <a:cxnLst/>
            <a:rect l="l" t="t" r="r" b="b"/>
            <a:pathLst>
              <a:path w="5707063" h="2373313">
                <a:moveTo>
                  <a:pt x="95241" y="0"/>
                </a:moveTo>
                <a:lnTo>
                  <a:pt x="5611821" y="0"/>
                </a:lnTo>
                <a:cubicBezTo>
                  <a:pt x="5664422" y="0"/>
                  <a:pt x="5707063" y="42641"/>
                  <a:pt x="5707063" y="95241"/>
                </a:cubicBezTo>
                <a:lnTo>
                  <a:pt x="5707063" y="2278071"/>
                </a:lnTo>
                <a:cubicBezTo>
                  <a:pt x="5707063" y="2330672"/>
                  <a:pt x="5664422" y="2373313"/>
                  <a:pt x="5611821" y="2373313"/>
                </a:cubicBezTo>
                <a:lnTo>
                  <a:pt x="95241" y="2373313"/>
                </a:lnTo>
                <a:cubicBezTo>
                  <a:pt x="42641" y="2373313"/>
                  <a:pt x="0" y="2330672"/>
                  <a:pt x="0" y="2278071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94438" y="365918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376541" y="3722688"/>
            <a:ext cx="21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07188" y="3706813"/>
            <a:ext cx="1889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Design Approval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296985" y="3690937"/>
            <a:ext cx="444500" cy="254000"/>
          </a:xfrm>
          <a:custGeom>
            <a:avLst/>
            <a:gdLst/>
            <a:ahLst/>
            <a:cxnLst/>
            <a:rect l="l" t="t" r="r" b="b"/>
            <a:pathLst>
              <a:path w="444500" h="254000">
                <a:moveTo>
                  <a:pt x="127000" y="0"/>
                </a:moveTo>
                <a:lnTo>
                  <a:pt x="317500" y="0"/>
                </a:lnTo>
                <a:cubicBezTo>
                  <a:pt x="387593" y="0"/>
                  <a:pt x="444500" y="56907"/>
                  <a:pt x="444500" y="127000"/>
                </a:cubicBezTo>
                <a:lnTo>
                  <a:pt x="444500" y="127000"/>
                </a:lnTo>
                <a:cubicBezTo>
                  <a:pt x="444500" y="197093"/>
                  <a:pt x="387593" y="254000"/>
                  <a:pt x="3175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1392235" y="3742531"/>
            <a:ext cx="3076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94438" y="407193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357938" y="413543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Development start delayed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57938" y="432593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Likelihood: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Low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98406" y="4615656"/>
            <a:ext cx="5437188" cy="801688"/>
          </a:xfrm>
          <a:custGeom>
            <a:avLst/>
            <a:gdLst/>
            <a:ahLst/>
            <a:cxnLst/>
            <a:rect l="l" t="t" r="r" b="b"/>
            <a:pathLst>
              <a:path w="5437188" h="801688">
                <a:moveTo>
                  <a:pt x="63502" y="0"/>
                </a:moveTo>
                <a:lnTo>
                  <a:pt x="5373686" y="0"/>
                </a:lnTo>
                <a:cubicBezTo>
                  <a:pt x="5408757" y="0"/>
                  <a:pt x="5437188" y="28431"/>
                  <a:pt x="5437188" y="63502"/>
                </a:cubicBezTo>
                <a:lnTo>
                  <a:pt x="5437188" y="738186"/>
                </a:lnTo>
                <a:cubicBezTo>
                  <a:pt x="5437188" y="773257"/>
                  <a:pt x="5408757" y="801687"/>
                  <a:pt x="5373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65875" y="46831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65875" y="48736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Early stakeholder involvement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65875" y="503237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Multiple design options presented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65875" y="5191125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User testing data to support decision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94438" y="5484813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357938" y="5548313"/>
            <a:ext cx="103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Design Lead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166388" y="5548313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3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163469" y="6036469"/>
            <a:ext cx="5707063" cy="1182688"/>
          </a:xfrm>
          <a:custGeom>
            <a:avLst/>
            <a:gdLst/>
            <a:ahLst/>
            <a:cxnLst/>
            <a:rect l="l" t="t" r="r" b="b"/>
            <a:pathLst>
              <a:path w="5707063" h="1182688">
                <a:moveTo>
                  <a:pt x="95254" y="0"/>
                </a:moveTo>
                <a:lnTo>
                  <a:pt x="5611809" y="0"/>
                </a:lnTo>
                <a:cubicBezTo>
                  <a:pt x="5664416" y="0"/>
                  <a:pt x="5707063" y="42647"/>
                  <a:pt x="5707063" y="95254"/>
                </a:cubicBezTo>
                <a:lnTo>
                  <a:pt x="5707063" y="1087434"/>
                </a:lnTo>
                <a:cubicBezTo>
                  <a:pt x="5707063" y="1140041"/>
                  <a:pt x="5664416" y="1182688"/>
                  <a:pt x="5611809" y="1182688"/>
                </a:cubicBezTo>
                <a:lnTo>
                  <a:pt x="95254" y="1182688"/>
                </a:lnTo>
                <a:cubicBezTo>
                  <a:pt x="42682" y="1182688"/>
                  <a:pt x="0" y="1140006"/>
                  <a:pt x="0" y="1087434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94438" y="6167438"/>
            <a:ext cx="551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Escalation Triggers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26188" y="65166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5" name="Text 73"/>
          <p:cNvSpPr/>
          <p:nvPr/>
        </p:nvSpPr>
        <p:spPr>
          <a:xfrm>
            <a:off x="6516688" y="6484938"/>
            <a:ext cx="238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P0 bug unresolved &gt; 4 hours → Escalate to CTO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26188" y="673893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77" name="Text 75"/>
          <p:cNvSpPr/>
          <p:nvPr/>
        </p:nvSpPr>
        <p:spPr>
          <a:xfrm>
            <a:off x="6516688" y="6707188"/>
            <a:ext cx="251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goal at risk &gt; 50% → VP Product notification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26188" y="69611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79" name="Text 77"/>
          <p:cNvSpPr/>
          <p:nvPr/>
        </p:nvSpPr>
        <p:spPr>
          <a:xfrm>
            <a:off x="6516688" y="6929438"/>
            <a:ext cx="238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delay &gt; 3 days → Cross-team sync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REDESIGN INITIATIVE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Redesign: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29275" cy="3895725"/>
          </a:xfrm>
          <a:custGeom>
            <a:avLst/>
            <a:gdLst/>
            <a:ahLst/>
            <a:cxnLst/>
            <a:rect l="l" t="t" r="r" b="b"/>
            <a:pathLst>
              <a:path w="5629275" h="389572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3781424"/>
                </a:lnTo>
                <a:cubicBezTo>
                  <a:pt x="5629275" y="3844551"/>
                  <a:pt x="5578101" y="3895725"/>
                  <a:pt x="5514974" y="3895725"/>
                </a:cubicBezTo>
                <a:lnTo>
                  <a:pt x="114301" y="3895725"/>
                </a:lnTo>
                <a:cubicBezTo>
                  <a:pt x="51174" y="3895725"/>
                  <a:pt x="0" y="3844551"/>
                  <a:pt x="0" y="37814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3811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7688" y="1804988"/>
            <a:ext cx="5305425" cy="695325"/>
          </a:xfrm>
          <a:custGeom>
            <a:avLst/>
            <a:gdLst/>
            <a:ahLst/>
            <a:cxnLst/>
            <a:rect l="l" t="t" r="r" b="b"/>
            <a:pathLst>
              <a:path w="5305425" h="695325">
                <a:moveTo>
                  <a:pt x="76201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619124"/>
                </a:lnTo>
                <a:cubicBezTo>
                  <a:pt x="5305425" y="661209"/>
                  <a:pt x="5271309" y="695325"/>
                  <a:pt x="52292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750" y="1924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1050" y="2038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1162050" y="1924050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Information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2050" y="2190750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Simplify navigation, reduce cognitive load, logical grouping of features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688" y="2624138"/>
            <a:ext cx="5305425" cy="695325"/>
          </a:xfrm>
          <a:custGeom>
            <a:avLst/>
            <a:gdLst/>
            <a:ahLst/>
            <a:cxnLst/>
            <a:rect l="l" t="t" r="r" b="b"/>
            <a:pathLst>
              <a:path w="5305425" h="695325">
                <a:moveTo>
                  <a:pt x="76201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619124"/>
                </a:lnTo>
                <a:cubicBezTo>
                  <a:pt x="5305425" y="661209"/>
                  <a:pt x="5271309" y="695325"/>
                  <a:pt x="52292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6750" y="2743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1050" y="2857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" y="2743200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Usability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2050" y="3009900"/>
            <a:ext cx="365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task completion time by 40%, improve discoverability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7688" y="3443288"/>
            <a:ext cx="5305425" cy="695325"/>
          </a:xfrm>
          <a:custGeom>
            <a:avLst/>
            <a:gdLst/>
            <a:ahLst/>
            <a:cxnLst/>
            <a:rect l="l" t="t" r="r" b="b"/>
            <a:pathLst>
              <a:path w="5305425" h="695325">
                <a:moveTo>
                  <a:pt x="76201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619124"/>
                </a:lnTo>
                <a:cubicBezTo>
                  <a:pt x="5305425" y="661209"/>
                  <a:pt x="5271309" y="695325"/>
                  <a:pt x="52292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6750" y="3562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6766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349" y="2381"/>
                </a:moveTo>
                <a:cubicBezTo>
                  <a:pt x="96063" y="2381"/>
                  <a:pt x="112068" y="18386"/>
                  <a:pt x="112068" y="38100"/>
                </a:cubicBezTo>
                <a:cubicBezTo>
                  <a:pt x="112068" y="57814"/>
                  <a:pt x="96063" y="73819"/>
                  <a:pt x="76349" y="73819"/>
                </a:cubicBezTo>
                <a:cubicBezTo>
                  <a:pt x="56635" y="73819"/>
                  <a:pt x="40630" y="57814"/>
                  <a:pt x="40630" y="38100"/>
                </a:cubicBezTo>
                <a:cubicBezTo>
                  <a:pt x="40630" y="18386"/>
                  <a:pt x="56635" y="2381"/>
                  <a:pt x="76349" y="2381"/>
                </a:cubicBezTo>
                <a:close/>
                <a:moveTo>
                  <a:pt x="67479" y="90488"/>
                </a:moveTo>
                <a:lnTo>
                  <a:pt x="85159" y="90488"/>
                </a:lnTo>
                <a:lnTo>
                  <a:pt x="85606" y="90488"/>
                </a:lnTo>
                <a:cubicBezTo>
                  <a:pt x="81766" y="98465"/>
                  <a:pt x="83284" y="107811"/>
                  <a:pt x="89029" y="114151"/>
                </a:cubicBezTo>
                <a:cubicBezTo>
                  <a:pt x="83016" y="120789"/>
                  <a:pt x="81647" y="130760"/>
                  <a:pt x="86231" y="138976"/>
                </a:cubicBezTo>
                <a:lnTo>
                  <a:pt x="92928" y="151001"/>
                </a:lnTo>
                <a:cubicBezTo>
                  <a:pt x="93196" y="151477"/>
                  <a:pt x="93494" y="151954"/>
                  <a:pt x="93791" y="152400"/>
                </a:cubicBezTo>
                <a:lnTo>
                  <a:pt x="23247" y="152400"/>
                </a:lnTo>
                <a:cubicBezTo>
                  <a:pt x="18365" y="152400"/>
                  <a:pt x="14407" y="148441"/>
                  <a:pt x="14407" y="143560"/>
                </a:cubicBezTo>
                <a:cubicBezTo>
                  <a:pt x="14407" y="114240"/>
                  <a:pt x="38160" y="90487"/>
                  <a:pt x="67479" y="90487"/>
                </a:cubicBezTo>
                <a:close/>
                <a:moveTo>
                  <a:pt x="128766" y="73700"/>
                </a:moveTo>
                <a:cubicBezTo>
                  <a:pt x="128766" y="69741"/>
                  <a:pt x="131951" y="66556"/>
                  <a:pt x="135910" y="66556"/>
                </a:cubicBezTo>
                <a:lnTo>
                  <a:pt x="150197" y="66556"/>
                </a:lnTo>
                <a:cubicBezTo>
                  <a:pt x="154156" y="66556"/>
                  <a:pt x="157341" y="69741"/>
                  <a:pt x="157341" y="73700"/>
                </a:cubicBezTo>
                <a:lnTo>
                  <a:pt x="157341" y="75515"/>
                </a:lnTo>
                <a:cubicBezTo>
                  <a:pt x="157341" y="81141"/>
                  <a:pt x="164515" y="85279"/>
                  <a:pt x="169396" y="82481"/>
                </a:cubicBezTo>
                <a:lnTo>
                  <a:pt x="170884" y="81617"/>
                </a:lnTo>
                <a:cubicBezTo>
                  <a:pt x="174337" y="79623"/>
                  <a:pt x="178772" y="80843"/>
                  <a:pt x="180707" y="84326"/>
                </a:cubicBezTo>
                <a:lnTo>
                  <a:pt x="187375" y="96292"/>
                </a:lnTo>
                <a:cubicBezTo>
                  <a:pt x="189220" y="99626"/>
                  <a:pt x="188149" y="103793"/>
                  <a:pt x="184934" y="105817"/>
                </a:cubicBezTo>
                <a:lnTo>
                  <a:pt x="183535" y="106680"/>
                </a:lnTo>
                <a:cubicBezTo>
                  <a:pt x="178713" y="109686"/>
                  <a:pt x="178713" y="118556"/>
                  <a:pt x="183535" y="121593"/>
                </a:cubicBezTo>
                <a:lnTo>
                  <a:pt x="184904" y="122456"/>
                </a:lnTo>
                <a:cubicBezTo>
                  <a:pt x="188119" y="124480"/>
                  <a:pt x="189220" y="128647"/>
                  <a:pt x="187375" y="131981"/>
                </a:cubicBezTo>
                <a:lnTo>
                  <a:pt x="180677" y="144006"/>
                </a:lnTo>
                <a:cubicBezTo>
                  <a:pt x="178743" y="147489"/>
                  <a:pt x="174308" y="148739"/>
                  <a:pt x="170855" y="146715"/>
                </a:cubicBezTo>
                <a:lnTo>
                  <a:pt x="169396" y="145852"/>
                </a:lnTo>
                <a:cubicBezTo>
                  <a:pt x="164515" y="143024"/>
                  <a:pt x="157341" y="147191"/>
                  <a:pt x="157341" y="152817"/>
                </a:cubicBezTo>
                <a:lnTo>
                  <a:pt x="157341" y="154632"/>
                </a:lnTo>
                <a:cubicBezTo>
                  <a:pt x="157341" y="158591"/>
                  <a:pt x="154156" y="161776"/>
                  <a:pt x="150197" y="161776"/>
                </a:cubicBezTo>
                <a:lnTo>
                  <a:pt x="135910" y="161776"/>
                </a:lnTo>
                <a:cubicBezTo>
                  <a:pt x="131951" y="161776"/>
                  <a:pt x="128766" y="158591"/>
                  <a:pt x="128766" y="154632"/>
                </a:cubicBezTo>
                <a:lnTo>
                  <a:pt x="128766" y="152876"/>
                </a:lnTo>
                <a:cubicBezTo>
                  <a:pt x="128766" y="147221"/>
                  <a:pt x="121563" y="143054"/>
                  <a:pt x="116651" y="145881"/>
                </a:cubicBezTo>
                <a:lnTo>
                  <a:pt x="115223" y="146715"/>
                </a:lnTo>
                <a:cubicBezTo>
                  <a:pt x="111770" y="148709"/>
                  <a:pt x="107365" y="147489"/>
                  <a:pt x="105400" y="144006"/>
                </a:cubicBezTo>
                <a:lnTo>
                  <a:pt x="98673" y="131981"/>
                </a:lnTo>
                <a:cubicBezTo>
                  <a:pt x="96828" y="128647"/>
                  <a:pt x="97899" y="124450"/>
                  <a:pt x="101144" y="122426"/>
                </a:cubicBezTo>
                <a:lnTo>
                  <a:pt x="102453" y="121622"/>
                </a:lnTo>
                <a:cubicBezTo>
                  <a:pt x="107305" y="118616"/>
                  <a:pt x="107305" y="109686"/>
                  <a:pt x="102453" y="106680"/>
                </a:cubicBezTo>
                <a:lnTo>
                  <a:pt x="101114" y="105847"/>
                </a:lnTo>
                <a:cubicBezTo>
                  <a:pt x="97869" y="103823"/>
                  <a:pt x="96798" y="99626"/>
                  <a:pt x="98643" y="96292"/>
                </a:cubicBezTo>
                <a:lnTo>
                  <a:pt x="105341" y="84296"/>
                </a:lnTo>
                <a:cubicBezTo>
                  <a:pt x="107275" y="80814"/>
                  <a:pt x="111710" y="79593"/>
                  <a:pt x="115133" y="81588"/>
                </a:cubicBezTo>
                <a:lnTo>
                  <a:pt x="116562" y="82421"/>
                </a:lnTo>
                <a:cubicBezTo>
                  <a:pt x="121474" y="85249"/>
                  <a:pt x="128677" y="81082"/>
                  <a:pt x="128677" y="75426"/>
                </a:cubicBezTo>
                <a:lnTo>
                  <a:pt x="128677" y="73670"/>
                </a:lnTo>
                <a:close/>
                <a:moveTo>
                  <a:pt x="158502" y="114240"/>
                </a:moveTo>
                <a:cubicBezTo>
                  <a:pt x="158502" y="105698"/>
                  <a:pt x="151566" y="98762"/>
                  <a:pt x="143024" y="98762"/>
                </a:cubicBezTo>
                <a:cubicBezTo>
                  <a:pt x="134481" y="98762"/>
                  <a:pt x="127546" y="105698"/>
                  <a:pt x="127546" y="114240"/>
                </a:cubicBezTo>
                <a:cubicBezTo>
                  <a:pt x="127546" y="122783"/>
                  <a:pt x="134481" y="129719"/>
                  <a:pt x="143024" y="129719"/>
                </a:cubicBezTo>
                <a:cubicBezTo>
                  <a:pt x="151566" y="129719"/>
                  <a:pt x="158502" y="122783"/>
                  <a:pt x="158502" y="11424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050" y="3562350"/>
            <a:ext cx="418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Personalization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2050" y="3829050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content, customizable dashboard, smart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688" y="4262438"/>
            <a:ext cx="5305425" cy="695325"/>
          </a:xfrm>
          <a:custGeom>
            <a:avLst/>
            <a:gdLst/>
            <a:ahLst/>
            <a:cxnLst/>
            <a:rect l="l" t="t" r="r" b="b"/>
            <a:pathLst>
              <a:path w="5305425" h="695325">
                <a:moveTo>
                  <a:pt x="76201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619124"/>
                </a:lnTo>
                <a:cubicBezTo>
                  <a:pt x="5305425" y="661209"/>
                  <a:pt x="5271309" y="695325"/>
                  <a:pt x="52292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6750" y="438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105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8E9EA">
              <a:alpha val="7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62050" y="4381500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Increased Engagement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2050" y="4648200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25% increase in feature adoption, 30% more return visits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6963" y="1223963"/>
            <a:ext cx="5629275" cy="3019425"/>
          </a:xfrm>
          <a:custGeom>
            <a:avLst/>
            <a:gdLst/>
            <a:ahLst/>
            <a:cxnLst/>
            <a:rect l="l" t="t" r="r" b="b"/>
            <a:pathLst>
              <a:path w="5629275" h="3019425">
                <a:moveTo>
                  <a:pt x="114285" y="0"/>
                </a:moveTo>
                <a:lnTo>
                  <a:pt x="5514990" y="0"/>
                </a:lnTo>
                <a:cubicBezTo>
                  <a:pt x="5578108" y="0"/>
                  <a:pt x="5629275" y="51167"/>
                  <a:pt x="5629275" y="114285"/>
                </a:cubicBezTo>
                <a:lnTo>
                  <a:pt x="5629275" y="2905140"/>
                </a:lnTo>
                <a:cubicBezTo>
                  <a:pt x="5629275" y="2968258"/>
                  <a:pt x="5578108" y="3019425"/>
                  <a:pt x="5514990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4125" y="13811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Research Insights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4125" y="180022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48425" y="195262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Satisfaction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98919" y="1914525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3.4/5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48425" y="2295525"/>
            <a:ext cx="5086350" cy="76200"/>
          </a:xfrm>
          <a:custGeom>
            <a:avLst/>
            <a:gdLst/>
            <a:ahLst/>
            <a:cxnLst/>
            <a:rect l="l" t="t" r="r" b="b"/>
            <a:pathLst>
              <a:path w="5086350" h="76200">
                <a:moveTo>
                  <a:pt x="38100" y="0"/>
                </a:moveTo>
                <a:lnTo>
                  <a:pt x="5048250" y="0"/>
                </a:lnTo>
                <a:cubicBezTo>
                  <a:pt x="5069278" y="0"/>
                  <a:pt x="5086350" y="17072"/>
                  <a:pt x="5086350" y="38100"/>
                </a:cubicBezTo>
                <a:lnTo>
                  <a:pt x="5086350" y="38100"/>
                </a:lnTo>
                <a:cubicBezTo>
                  <a:pt x="5086350" y="59128"/>
                  <a:pt x="5069278" y="76200"/>
                  <a:pt x="5048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48425" y="2295525"/>
            <a:ext cx="3457575" cy="76200"/>
          </a:xfrm>
          <a:custGeom>
            <a:avLst/>
            <a:gdLst/>
            <a:ahLst/>
            <a:cxnLst/>
            <a:rect l="l" t="t" r="r" b="b"/>
            <a:pathLst>
              <a:path w="3457575" h="76200">
                <a:moveTo>
                  <a:pt x="38100" y="0"/>
                </a:moveTo>
                <a:lnTo>
                  <a:pt x="3419475" y="0"/>
                </a:lnTo>
                <a:cubicBezTo>
                  <a:pt x="3440503" y="0"/>
                  <a:pt x="3457575" y="17072"/>
                  <a:pt x="3457575" y="38100"/>
                </a:cubicBezTo>
                <a:lnTo>
                  <a:pt x="3457575" y="38100"/>
                </a:lnTo>
                <a:cubicBezTo>
                  <a:pt x="3457575" y="59128"/>
                  <a:pt x="3440503" y="76200"/>
                  <a:pt x="3419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3" name="Shape 31"/>
          <p:cNvSpPr/>
          <p:nvPr/>
        </p:nvSpPr>
        <p:spPr>
          <a:xfrm>
            <a:off x="6334125" y="260032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48425" y="2752725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Completion Rate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83975" y="2714625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8425" y="3095625"/>
            <a:ext cx="5086350" cy="76200"/>
          </a:xfrm>
          <a:custGeom>
            <a:avLst/>
            <a:gdLst/>
            <a:ahLst/>
            <a:cxnLst/>
            <a:rect l="l" t="t" r="r" b="b"/>
            <a:pathLst>
              <a:path w="5086350" h="76200">
                <a:moveTo>
                  <a:pt x="38100" y="0"/>
                </a:moveTo>
                <a:lnTo>
                  <a:pt x="5048250" y="0"/>
                </a:lnTo>
                <a:cubicBezTo>
                  <a:pt x="5069278" y="0"/>
                  <a:pt x="5086350" y="17072"/>
                  <a:pt x="5086350" y="38100"/>
                </a:cubicBezTo>
                <a:lnTo>
                  <a:pt x="5086350" y="38100"/>
                </a:lnTo>
                <a:cubicBezTo>
                  <a:pt x="5086350" y="59128"/>
                  <a:pt x="5069278" y="76200"/>
                  <a:pt x="5048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48425" y="3095625"/>
            <a:ext cx="3152775" cy="76200"/>
          </a:xfrm>
          <a:custGeom>
            <a:avLst/>
            <a:gdLst/>
            <a:ahLst/>
            <a:cxnLst/>
            <a:rect l="l" t="t" r="r" b="b"/>
            <a:pathLst>
              <a:path w="3152775" h="76200">
                <a:moveTo>
                  <a:pt x="38100" y="0"/>
                </a:moveTo>
                <a:lnTo>
                  <a:pt x="3114675" y="0"/>
                </a:lnTo>
                <a:cubicBezTo>
                  <a:pt x="3135703" y="0"/>
                  <a:pt x="3152775" y="17072"/>
                  <a:pt x="3152775" y="38100"/>
                </a:cubicBezTo>
                <a:lnTo>
                  <a:pt x="3152775" y="38100"/>
                </a:lnTo>
                <a:cubicBezTo>
                  <a:pt x="3152775" y="59128"/>
                  <a:pt x="3135703" y="76200"/>
                  <a:pt x="3114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334125" y="340042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48425" y="355282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Time on Task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87435" y="3514725"/>
            <a:ext cx="85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4.8 min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8425" y="3895725"/>
            <a:ext cx="5086350" cy="76200"/>
          </a:xfrm>
          <a:custGeom>
            <a:avLst/>
            <a:gdLst/>
            <a:ahLst/>
            <a:cxnLst/>
            <a:rect l="l" t="t" r="r" b="b"/>
            <a:pathLst>
              <a:path w="5086350" h="76200">
                <a:moveTo>
                  <a:pt x="38100" y="0"/>
                </a:moveTo>
                <a:lnTo>
                  <a:pt x="5048250" y="0"/>
                </a:lnTo>
                <a:cubicBezTo>
                  <a:pt x="5069278" y="0"/>
                  <a:pt x="5086350" y="17072"/>
                  <a:pt x="5086350" y="38100"/>
                </a:cubicBezTo>
                <a:lnTo>
                  <a:pt x="5086350" y="38100"/>
                </a:lnTo>
                <a:cubicBezTo>
                  <a:pt x="5086350" y="59128"/>
                  <a:pt x="5069278" y="76200"/>
                  <a:pt x="5048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48425" y="3895725"/>
            <a:ext cx="4067175" cy="76200"/>
          </a:xfrm>
          <a:custGeom>
            <a:avLst/>
            <a:gdLst/>
            <a:ahLst/>
            <a:cxnLst/>
            <a:rect l="l" t="t" r="r" b="b"/>
            <a:pathLst>
              <a:path w="4067175" h="76200">
                <a:moveTo>
                  <a:pt x="38100" y="0"/>
                </a:moveTo>
                <a:lnTo>
                  <a:pt x="4029075" y="0"/>
                </a:lnTo>
                <a:cubicBezTo>
                  <a:pt x="4050103" y="0"/>
                  <a:pt x="4067175" y="17072"/>
                  <a:pt x="4067175" y="38100"/>
                </a:cubicBezTo>
                <a:lnTo>
                  <a:pt x="4067175" y="38100"/>
                </a:lnTo>
                <a:cubicBezTo>
                  <a:pt x="4067175" y="59128"/>
                  <a:pt x="4050103" y="76200"/>
                  <a:pt x="4029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43" name="Shape 41"/>
          <p:cNvSpPr/>
          <p:nvPr/>
        </p:nvSpPr>
        <p:spPr>
          <a:xfrm>
            <a:off x="6176963" y="4405313"/>
            <a:ext cx="5629275" cy="1685925"/>
          </a:xfrm>
          <a:custGeom>
            <a:avLst/>
            <a:gdLst/>
            <a:ahLst/>
            <a:cxnLst/>
            <a:rect l="l" t="t" r="r" b="b"/>
            <a:pathLst>
              <a:path w="5629275" h="1685925">
                <a:moveTo>
                  <a:pt x="114306" y="0"/>
                </a:moveTo>
                <a:lnTo>
                  <a:pt x="5514969" y="0"/>
                </a:lnTo>
                <a:cubicBezTo>
                  <a:pt x="5578099" y="0"/>
                  <a:pt x="5629275" y="51176"/>
                  <a:pt x="5629275" y="114306"/>
                </a:cubicBezTo>
                <a:lnTo>
                  <a:pt x="5629275" y="1571619"/>
                </a:lnTo>
                <a:cubicBezTo>
                  <a:pt x="5629275" y="1634749"/>
                  <a:pt x="5578099" y="1685925"/>
                  <a:pt x="55149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4125" y="456247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Pain Points from Users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3175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6600825" y="4943475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"Can't find settings easily, buried in menus"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3175" y="5248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6600825" y="5210175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"Dashboard is cluttered with irrelevant info"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3175" y="5514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6600825" y="5476875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"Takes too many clicks to complete tasks"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3175" y="5781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6600825" y="574357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"Mobile experience is frustrating"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6963" y="6253163"/>
            <a:ext cx="5629275" cy="504825"/>
          </a:xfrm>
          <a:custGeom>
            <a:avLst/>
            <a:gdLst/>
            <a:ahLst/>
            <a:cxnLst/>
            <a:rect l="l" t="t" r="r" b="b"/>
            <a:pathLst>
              <a:path w="5629275" h="504825">
                <a:moveTo>
                  <a:pt x="114302" y="0"/>
                </a:moveTo>
                <a:lnTo>
                  <a:pt x="5514973" y="0"/>
                </a:lnTo>
                <a:cubicBezTo>
                  <a:pt x="5578100" y="0"/>
                  <a:pt x="5629275" y="51175"/>
                  <a:pt x="5629275" y="114302"/>
                </a:cubicBezTo>
                <a:lnTo>
                  <a:pt x="5629275" y="390523"/>
                </a:lnTo>
                <a:cubicBezTo>
                  <a:pt x="5629275" y="453650"/>
                  <a:pt x="5578100" y="504825"/>
                  <a:pt x="55149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6025" y="6391275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Launch Date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558016" y="6372225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15,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spc="56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41215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Redesign: Design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684" y="1144392"/>
            <a:ext cx="3722612" cy="3571214"/>
          </a:xfrm>
          <a:custGeom>
            <a:avLst/>
            <a:gdLst/>
            <a:ahLst/>
            <a:cxnLst/>
            <a:rect l="l" t="t" r="r" b="b"/>
            <a:pathLst>
              <a:path w="3722612" h="3571214">
                <a:moveTo>
                  <a:pt x="106886" y="0"/>
                </a:moveTo>
                <a:lnTo>
                  <a:pt x="3615726" y="0"/>
                </a:lnTo>
                <a:cubicBezTo>
                  <a:pt x="3674757" y="0"/>
                  <a:pt x="3722612" y="47855"/>
                  <a:pt x="3722612" y="106886"/>
                </a:cubicBezTo>
                <a:lnTo>
                  <a:pt x="3722612" y="3464328"/>
                </a:lnTo>
                <a:cubicBezTo>
                  <a:pt x="3722612" y="3523359"/>
                  <a:pt x="3674757" y="3571214"/>
                  <a:pt x="3615726" y="3571214"/>
                </a:cubicBezTo>
                <a:lnTo>
                  <a:pt x="106886" y="3571214"/>
                </a:lnTo>
                <a:cubicBezTo>
                  <a:pt x="47855" y="3571214"/>
                  <a:pt x="0" y="3523359"/>
                  <a:pt x="0" y="3464328"/>
                </a:cubicBezTo>
                <a:lnTo>
                  <a:pt x="0" y="106886"/>
                </a:lnTo>
                <a:cubicBezTo>
                  <a:pt x="0" y="47894"/>
                  <a:pt x="47894" y="0"/>
                  <a:pt x="10688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629" y="1309148"/>
            <a:ext cx="191474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A: Modern Minimal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7299" y="1291337"/>
            <a:ext cx="489817" cy="284985"/>
          </a:xfrm>
          <a:custGeom>
            <a:avLst/>
            <a:gdLst/>
            <a:ahLst/>
            <a:cxnLst/>
            <a:rect l="l" t="t" r="r" b="b"/>
            <a:pathLst>
              <a:path w="489817" h="284985">
                <a:moveTo>
                  <a:pt x="142492" y="0"/>
                </a:moveTo>
                <a:lnTo>
                  <a:pt x="347325" y="0"/>
                </a:lnTo>
                <a:cubicBezTo>
                  <a:pt x="425969" y="0"/>
                  <a:pt x="489817" y="63849"/>
                  <a:pt x="489817" y="142492"/>
                </a:cubicBezTo>
                <a:lnTo>
                  <a:pt x="489817" y="142492"/>
                </a:lnTo>
                <a:cubicBezTo>
                  <a:pt x="489817" y="221136"/>
                  <a:pt x="425969" y="284985"/>
                  <a:pt x="347325" y="284985"/>
                </a:cubicBezTo>
                <a:lnTo>
                  <a:pt x="142492" y="284985"/>
                </a:lnTo>
                <a:cubicBezTo>
                  <a:pt x="63849" y="284985"/>
                  <a:pt x="0" y="221136"/>
                  <a:pt x="0" y="142492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518545" y="1367036"/>
            <a:ext cx="399646" cy="15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7629" y="1718814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8875" y="1790060"/>
            <a:ext cx="89057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Usability Score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91466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1" name="Shape 9"/>
          <p:cNvSpPr/>
          <p:nvPr/>
        </p:nvSpPr>
        <p:spPr>
          <a:xfrm>
            <a:off x="3280524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9582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8640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3547697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15" name="Text 13"/>
          <p:cNvSpPr/>
          <p:nvPr/>
        </p:nvSpPr>
        <p:spPr>
          <a:xfrm>
            <a:off x="3690190" y="1790060"/>
            <a:ext cx="24045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629" y="2110668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8875" y="2181914"/>
            <a:ext cx="81042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Appeal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87361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3276419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3365477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3454535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3543592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686085" y="2181914"/>
            <a:ext cx="24045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629" y="2502522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78875" y="2573768"/>
            <a:ext cx="92620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11119" y="2573768"/>
            <a:ext cx="51653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2082" y="2970075"/>
            <a:ext cx="3419816" cy="863860"/>
          </a:xfrm>
          <a:custGeom>
            <a:avLst/>
            <a:gdLst/>
            <a:ahLst/>
            <a:cxnLst/>
            <a:rect l="l" t="t" r="r" b="b"/>
            <a:pathLst>
              <a:path w="3419816" h="863860">
                <a:moveTo>
                  <a:pt x="71243" y="0"/>
                </a:moveTo>
                <a:lnTo>
                  <a:pt x="3348573" y="0"/>
                </a:lnTo>
                <a:cubicBezTo>
                  <a:pt x="3387920" y="0"/>
                  <a:pt x="3419816" y="31896"/>
                  <a:pt x="3419816" y="71243"/>
                </a:cubicBezTo>
                <a:lnTo>
                  <a:pt x="3419816" y="792617"/>
                </a:lnTo>
                <a:cubicBezTo>
                  <a:pt x="3419816" y="831963"/>
                  <a:pt x="3387920" y="863860"/>
                  <a:pt x="3348573" y="863860"/>
                </a:cubicBezTo>
                <a:lnTo>
                  <a:pt x="71243" y="863860"/>
                </a:lnTo>
                <a:cubicBezTo>
                  <a:pt x="31923" y="863860"/>
                  <a:pt x="0" y="831937"/>
                  <a:pt x="0" y="792617"/>
                </a:cubicBezTo>
                <a:lnTo>
                  <a:pt x="0" y="71243"/>
                </a:lnTo>
                <a:cubicBezTo>
                  <a:pt x="0" y="31923"/>
                  <a:pt x="31923" y="0"/>
                  <a:pt x="71243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404" y="3081397"/>
            <a:ext cx="32595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3404" y="3295135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Clean, modern aesthetic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3404" y="3437627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 user preference (42%)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3404" y="3580120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Strong brand alignment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082" y="3914086"/>
            <a:ext cx="3419816" cy="650121"/>
          </a:xfrm>
          <a:custGeom>
            <a:avLst/>
            <a:gdLst/>
            <a:ahLst/>
            <a:cxnLst/>
            <a:rect l="l" t="t" r="r" b="b"/>
            <a:pathLst>
              <a:path w="3419816" h="650121">
                <a:moveTo>
                  <a:pt x="71247" y="0"/>
                </a:moveTo>
                <a:lnTo>
                  <a:pt x="3348569" y="0"/>
                </a:lnTo>
                <a:cubicBezTo>
                  <a:pt x="3387918" y="0"/>
                  <a:pt x="3419816" y="31898"/>
                  <a:pt x="3419816" y="71247"/>
                </a:cubicBezTo>
                <a:lnTo>
                  <a:pt x="3419816" y="578874"/>
                </a:lnTo>
                <a:cubicBezTo>
                  <a:pt x="3419816" y="618223"/>
                  <a:pt x="3387918" y="650121"/>
                  <a:pt x="3348569" y="650121"/>
                </a:cubicBezTo>
                <a:lnTo>
                  <a:pt x="71247" y="650121"/>
                </a:lnTo>
                <a:cubicBezTo>
                  <a:pt x="31898" y="650121"/>
                  <a:pt x="0" y="618223"/>
                  <a:pt x="0" y="578874"/>
                </a:cubicBezTo>
                <a:lnTo>
                  <a:pt x="0" y="71247"/>
                </a:lnTo>
                <a:cubicBezTo>
                  <a:pt x="0" y="31898"/>
                  <a:pt x="31898" y="0"/>
                  <a:pt x="71247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781" y="3989785"/>
            <a:ext cx="333075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7781" y="4203524"/>
            <a:ext cx="332185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Higher dev effort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7781" y="4346016"/>
            <a:ext cx="332185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Requires new components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34346" y="1144392"/>
            <a:ext cx="3722612" cy="3571214"/>
          </a:xfrm>
          <a:custGeom>
            <a:avLst/>
            <a:gdLst/>
            <a:ahLst/>
            <a:cxnLst/>
            <a:rect l="l" t="t" r="r" b="b"/>
            <a:pathLst>
              <a:path w="3722612" h="3571214">
                <a:moveTo>
                  <a:pt x="106886" y="0"/>
                </a:moveTo>
                <a:lnTo>
                  <a:pt x="3615726" y="0"/>
                </a:lnTo>
                <a:cubicBezTo>
                  <a:pt x="3674757" y="0"/>
                  <a:pt x="3722612" y="47855"/>
                  <a:pt x="3722612" y="106886"/>
                </a:cubicBezTo>
                <a:lnTo>
                  <a:pt x="3722612" y="3464328"/>
                </a:lnTo>
                <a:cubicBezTo>
                  <a:pt x="3722612" y="3523359"/>
                  <a:pt x="3674757" y="3571214"/>
                  <a:pt x="3615726" y="3571214"/>
                </a:cubicBezTo>
                <a:lnTo>
                  <a:pt x="106886" y="3571214"/>
                </a:lnTo>
                <a:cubicBezTo>
                  <a:pt x="47855" y="3571214"/>
                  <a:pt x="0" y="3523359"/>
                  <a:pt x="0" y="3464328"/>
                </a:cubicBezTo>
                <a:lnTo>
                  <a:pt x="0" y="106886"/>
                </a:lnTo>
                <a:cubicBezTo>
                  <a:pt x="0" y="47894"/>
                  <a:pt x="47894" y="0"/>
                  <a:pt x="10688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1291" y="1309148"/>
            <a:ext cx="160303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B: Data-Dense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00075" y="1291337"/>
            <a:ext cx="810425" cy="284985"/>
          </a:xfrm>
          <a:custGeom>
            <a:avLst/>
            <a:gdLst/>
            <a:ahLst/>
            <a:cxnLst/>
            <a:rect l="l" t="t" r="r" b="b"/>
            <a:pathLst>
              <a:path w="810425" h="284985">
                <a:moveTo>
                  <a:pt x="142492" y="0"/>
                </a:moveTo>
                <a:lnTo>
                  <a:pt x="667933" y="0"/>
                </a:lnTo>
                <a:cubicBezTo>
                  <a:pt x="746576" y="0"/>
                  <a:pt x="810425" y="63849"/>
                  <a:pt x="810425" y="142492"/>
                </a:cubicBezTo>
                <a:lnTo>
                  <a:pt x="810425" y="142492"/>
                </a:lnTo>
                <a:cubicBezTo>
                  <a:pt x="810425" y="221136"/>
                  <a:pt x="746576" y="284985"/>
                  <a:pt x="667933" y="284985"/>
                </a:cubicBezTo>
                <a:lnTo>
                  <a:pt x="142492" y="284985"/>
                </a:lnTo>
                <a:cubicBezTo>
                  <a:pt x="63849" y="284985"/>
                  <a:pt x="0" y="221136"/>
                  <a:pt x="0" y="142492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071321" y="1367036"/>
            <a:ext cx="720533" cy="15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81291" y="1718814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452537" y="1790060"/>
            <a:ext cx="89057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Usability Score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62972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7152030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7241087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7330145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7419203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7" name="Text 45"/>
          <p:cNvSpPr/>
          <p:nvPr/>
        </p:nvSpPr>
        <p:spPr>
          <a:xfrm>
            <a:off x="7561695" y="1790060"/>
            <a:ext cx="24045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4.6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81291" y="2110668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452537" y="2181914"/>
            <a:ext cx="81042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Appeal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64016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51" name="Shape 49"/>
          <p:cNvSpPr/>
          <p:nvPr/>
        </p:nvSpPr>
        <p:spPr>
          <a:xfrm>
            <a:off x="7153073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7242131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7331189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54" name="Shape 52"/>
          <p:cNvSpPr/>
          <p:nvPr/>
        </p:nvSpPr>
        <p:spPr>
          <a:xfrm>
            <a:off x="7420246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55" name="Text 53"/>
          <p:cNvSpPr/>
          <p:nvPr/>
        </p:nvSpPr>
        <p:spPr>
          <a:xfrm>
            <a:off x="7562739" y="2181914"/>
            <a:ext cx="24045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3.4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81291" y="2502522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452537" y="2573768"/>
            <a:ext cx="92620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04990" y="2573768"/>
            <a:ext cx="29389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85744" y="2970075"/>
            <a:ext cx="3419816" cy="863860"/>
          </a:xfrm>
          <a:custGeom>
            <a:avLst/>
            <a:gdLst/>
            <a:ahLst/>
            <a:cxnLst/>
            <a:rect l="l" t="t" r="r" b="b"/>
            <a:pathLst>
              <a:path w="3419816" h="863860">
                <a:moveTo>
                  <a:pt x="71243" y="0"/>
                </a:moveTo>
                <a:lnTo>
                  <a:pt x="3348573" y="0"/>
                </a:lnTo>
                <a:cubicBezTo>
                  <a:pt x="3387920" y="0"/>
                  <a:pt x="3419816" y="31896"/>
                  <a:pt x="3419816" y="71243"/>
                </a:cubicBezTo>
                <a:lnTo>
                  <a:pt x="3419816" y="792617"/>
                </a:lnTo>
                <a:cubicBezTo>
                  <a:pt x="3419816" y="831963"/>
                  <a:pt x="3387920" y="863860"/>
                  <a:pt x="3348573" y="863860"/>
                </a:cubicBezTo>
                <a:lnTo>
                  <a:pt x="71243" y="863860"/>
                </a:lnTo>
                <a:cubicBezTo>
                  <a:pt x="31923" y="863860"/>
                  <a:pt x="0" y="831937"/>
                  <a:pt x="0" y="792617"/>
                </a:cubicBezTo>
                <a:lnTo>
                  <a:pt x="0" y="71243"/>
                </a:lnTo>
                <a:cubicBezTo>
                  <a:pt x="0" y="31923"/>
                  <a:pt x="31923" y="0"/>
                  <a:pt x="71243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97066" y="3081397"/>
            <a:ext cx="32595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97066" y="3295135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Information-rich layout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497066" y="3437627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Power user preference (35%)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97066" y="3580120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Faster implementation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385744" y="3914086"/>
            <a:ext cx="3419816" cy="650121"/>
          </a:xfrm>
          <a:custGeom>
            <a:avLst/>
            <a:gdLst/>
            <a:ahLst/>
            <a:cxnLst/>
            <a:rect l="l" t="t" r="r" b="b"/>
            <a:pathLst>
              <a:path w="3419816" h="650121">
                <a:moveTo>
                  <a:pt x="71247" y="0"/>
                </a:moveTo>
                <a:lnTo>
                  <a:pt x="3348569" y="0"/>
                </a:lnTo>
                <a:cubicBezTo>
                  <a:pt x="3387918" y="0"/>
                  <a:pt x="3419816" y="31898"/>
                  <a:pt x="3419816" y="71247"/>
                </a:cubicBezTo>
                <a:lnTo>
                  <a:pt x="3419816" y="578874"/>
                </a:lnTo>
                <a:cubicBezTo>
                  <a:pt x="3419816" y="618223"/>
                  <a:pt x="3387918" y="650121"/>
                  <a:pt x="3348569" y="650121"/>
                </a:cubicBezTo>
                <a:lnTo>
                  <a:pt x="71247" y="650121"/>
                </a:lnTo>
                <a:cubicBezTo>
                  <a:pt x="31898" y="650121"/>
                  <a:pt x="0" y="618223"/>
                  <a:pt x="0" y="578874"/>
                </a:cubicBezTo>
                <a:lnTo>
                  <a:pt x="0" y="71247"/>
                </a:lnTo>
                <a:cubicBezTo>
                  <a:pt x="0" y="31898"/>
                  <a:pt x="31898" y="0"/>
                  <a:pt x="71247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61443" y="3989785"/>
            <a:ext cx="333075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461443" y="4203524"/>
            <a:ext cx="332185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Can overwhelm new users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461443" y="4346016"/>
            <a:ext cx="332185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Lower visual appeal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108008" y="1144392"/>
            <a:ext cx="3722612" cy="3571214"/>
          </a:xfrm>
          <a:custGeom>
            <a:avLst/>
            <a:gdLst/>
            <a:ahLst/>
            <a:cxnLst/>
            <a:rect l="l" t="t" r="r" b="b"/>
            <a:pathLst>
              <a:path w="3722612" h="3571214">
                <a:moveTo>
                  <a:pt x="106886" y="0"/>
                </a:moveTo>
                <a:lnTo>
                  <a:pt x="3615726" y="0"/>
                </a:lnTo>
                <a:cubicBezTo>
                  <a:pt x="3674757" y="0"/>
                  <a:pt x="3722612" y="47855"/>
                  <a:pt x="3722612" y="106886"/>
                </a:cubicBezTo>
                <a:lnTo>
                  <a:pt x="3722612" y="3464328"/>
                </a:lnTo>
                <a:cubicBezTo>
                  <a:pt x="3722612" y="3523359"/>
                  <a:pt x="3674757" y="3571214"/>
                  <a:pt x="3615726" y="3571214"/>
                </a:cubicBezTo>
                <a:lnTo>
                  <a:pt x="106886" y="3571214"/>
                </a:lnTo>
                <a:cubicBezTo>
                  <a:pt x="47855" y="3571214"/>
                  <a:pt x="0" y="3523359"/>
                  <a:pt x="0" y="3464328"/>
                </a:cubicBezTo>
                <a:lnTo>
                  <a:pt x="0" y="106886"/>
                </a:lnTo>
                <a:cubicBezTo>
                  <a:pt x="0" y="47894"/>
                  <a:pt x="47894" y="0"/>
                  <a:pt x="106886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54954" y="1309148"/>
            <a:ext cx="1424923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C: Balanced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715242" y="1291337"/>
            <a:ext cx="970729" cy="284985"/>
          </a:xfrm>
          <a:custGeom>
            <a:avLst/>
            <a:gdLst/>
            <a:ahLst/>
            <a:cxnLst/>
            <a:rect l="l" t="t" r="r" b="b"/>
            <a:pathLst>
              <a:path w="970729" h="284985">
                <a:moveTo>
                  <a:pt x="142492" y="0"/>
                </a:moveTo>
                <a:lnTo>
                  <a:pt x="828237" y="0"/>
                </a:lnTo>
                <a:cubicBezTo>
                  <a:pt x="906933" y="0"/>
                  <a:pt x="970729" y="63796"/>
                  <a:pt x="970729" y="142492"/>
                </a:cubicBezTo>
                <a:lnTo>
                  <a:pt x="970729" y="142492"/>
                </a:lnTo>
                <a:cubicBezTo>
                  <a:pt x="970729" y="221189"/>
                  <a:pt x="906933" y="284985"/>
                  <a:pt x="828237" y="284985"/>
                </a:cubicBezTo>
                <a:lnTo>
                  <a:pt x="142492" y="284985"/>
                </a:lnTo>
                <a:cubicBezTo>
                  <a:pt x="63849" y="284985"/>
                  <a:pt x="0" y="221136"/>
                  <a:pt x="0" y="142492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786488" y="1367036"/>
            <a:ext cx="879027" cy="15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54954" y="1718814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326200" y="1790060"/>
            <a:ext cx="89057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Usability Score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947349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5" name="Shape 73"/>
          <p:cNvSpPr/>
          <p:nvPr/>
        </p:nvSpPr>
        <p:spPr>
          <a:xfrm>
            <a:off x="11036407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6" name="Shape 74"/>
          <p:cNvSpPr/>
          <p:nvPr/>
        </p:nvSpPr>
        <p:spPr>
          <a:xfrm>
            <a:off x="11125464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7" name="Shape 75"/>
          <p:cNvSpPr/>
          <p:nvPr/>
        </p:nvSpPr>
        <p:spPr>
          <a:xfrm>
            <a:off x="11214522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8" name="Shape 76"/>
          <p:cNvSpPr/>
          <p:nvPr/>
        </p:nvSpPr>
        <p:spPr>
          <a:xfrm>
            <a:off x="11303580" y="1843495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9" name="Text 77"/>
          <p:cNvSpPr/>
          <p:nvPr/>
        </p:nvSpPr>
        <p:spPr>
          <a:xfrm>
            <a:off x="11446072" y="1790060"/>
            <a:ext cx="23155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4.7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54954" y="2110668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8326200" y="2181914"/>
            <a:ext cx="81042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Appeal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0939417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83" name="Shape 81"/>
          <p:cNvSpPr/>
          <p:nvPr/>
        </p:nvSpPr>
        <p:spPr>
          <a:xfrm>
            <a:off x="11028475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84" name="Shape 82"/>
          <p:cNvSpPr/>
          <p:nvPr/>
        </p:nvSpPr>
        <p:spPr>
          <a:xfrm>
            <a:off x="11117533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85" name="Shape 83"/>
          <p:cNvSpPr/>
          <p:nvPr/>
        </p:nvSpPr>
        <p:spPr>
          <a:xfrm>
            <a:off x="11206590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86" name="Shape 84"/>
          <p:cNvSpPr/>
          <p:nvPr/>
        </p:nvSpPr>
        <p:spPr>
          <a:xfrm>
            <a:off x="11295648" y="2235348"/>
            <a:ext cx="71246" cy="71246"/>
          </a:xfrm>
          <a:custGeom>
            <a:avLst/>
            <a:gdLst/>
            <a:ahLst/>
            <a:cxnLst/>
            <a:rect l="l" t="t" r="r" b="b"/>
            <a:pathLst>
              <a:path w="71246" h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5623"/>
                </a:lnTo>
                <a:cubicBezTo>
                  <a:pt x="71246" y="55284"/>
                  <a:pt x="55284" y="71246"/>
                  <a:pt x="35623" y="71246"/>
                </a:cubicBezTo>
                <a:lnTo>
                  <a:pt x="35623" y="71246"/>
                </a:lnTo>
                <a:cubicBezTo>
                  <a:pt x="15962" y="71246"/>
                  <a:pt x="0" y="55284"/>
                  <a:pt x="0" y="356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87" name="Text 85"/>
          <p:cNvSpPr/>
          <p:nvPr/>
        </p:nvSpPr>
        <p:spPr>
          <a:xfrm>
            <a:off x="11438140" y="2181914"/>
            <a:ext cx="24045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4.5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254954" y="2502522"/>
            <a:ext cx="3428722" cy="320608"/>
          </a:xfrm>
          <a:custGeom>
            <a:avLst/>
            <a:gdLst/>
            <a:ahLst/>
            <a:cxnLst/>
            <a:rect l="l" t="t" r="r" b="b"/>
            <a:pathLst>
              <a:path w="3428722" h="320608">
                <a:moveTo>
                  <a:pt x="71245" y="0"/>
                </a:moveTo>
                <a:lnTo>
                  <a:pt x="3357476" y="0"/>
                </a:lnTo>
                <a:cubicBezTo>
                  <a:pt x="3396824" y="0"/>
                  <a:pt x="3428722" y="31898"/>
                  <a:pt x="3428722" y="71245"/>
                </a:cubicBezTo>
                <a:lnTo>
                  <a:pt x="3428722" y="249362"/>
                </a:lnTo>
                <a:cubicBezTo>
                  <a:pt x="3428722" y="288710"/>
                  <a:pt x="3396824" y="320608"/>
                  <a:pt x="3357476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8326200" y="2573768"/>
            <a:ext cx="92620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1158444" y="2573768"/>
            <a:ext cx="51653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259407" y="2970075"/>
            <a:ext cx="3419816" cy="863860"/>
          </a:xfrm>
          <a:custGeom>
            <a:avLst/>
            <a:gdLst/>
            <a:ahLst/>
            <a:cxnLst/>
            <a:rect l="l" t="t" r="r" b="b"/>
            <a:pathLst>
              <a:path w="3419816" h="863860">
                <a:moveTo>
                  <a:pt x="71243" y="0"/>
                </a:moveTo>
                <a:lnTo>
                  <a:pt x="3348573" y="0"/>
                </a:lnTo>
                <a:cubicBezTo>
                  <a:pt x="3387920" y="0"/>
                  <a:pt x="3419816" y="31896"/>
                  <a:pt x="3419816" y="71243"/>
                </a:cubicBezTo>
                <a:lnTo>
                  <a:pt x="3419816" y="792617"/>
                </a:lnTo>
                <a:cubicBezTo>
                  <a:pt x="3419816" y="831963"/>
                  <a:pt x="3387920" y="863860"/>
                  <a:pt x="3348573" y="863860"/>
                </a:cubicBezTo>
                <a:lnTo>
                  <a:pt x="71243" y="863860"/>
                </a:lnTo>
                <a:cubicBezTo>
                  <a:pt x="31923" y="863860"/>
                  <a:pt x="0" y="831937"/>
                  <a:pt x="0" y="792617"/>
                </a:cubicBezTo>
                <a:lnTo>
                  <a:pt x="0" y="71243"/>
                </a:lnTo>
                <a:cubicBezTo>
                  <a:pt x="0" y="31923"/>
                  <a:pt x="31923" y="0"/>
                  <a:pt x="71243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70729" y="3081397"/>
            <a:ext cx="32595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8370729" y="3295135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Best overall usability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8370729" y="3437627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Highest user preference (52%)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8370729" y="3580120"/>
            <a:ext cx="325060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Balanced functionality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8259407" y="3914086"/>
            <a:ext cx="3419816" cy="650121"/>
          </a:xfrm>
          <a:custGeom>
            <a:avLst/>
            <a:gdLst/>
            <a:ahLst/>
            <a:cxnLst/>
            <a:rect l="l" t="t" r="r" b="b"/>
            <a:pathLst>
              <a:path w="3419816" h="650121">
                <a:moveTo>
                  <a:pt x="71247" y="0"/>
                </a:moveTo>
                <a:lnTo>
                  <a:pt x="3348569" y="0"/>
                </a:lnTo>
                <a:cubicBezTo>
                  <a:pt x="3387918" y="0"/>
                  <a:pt x="3419816" y="31898"/>
                  <a:pt x="3419816" y="71247"/>
                </a:cubicBezTo>
                <a:lnTo>
                  <a:pt x="3419816" y="578874"/>
                </a:lnTo>
                <a:cubicBezTo>
                  <a:pt x="3419816" y="618223"/>
                  <a:pt x="3387918" y="650121"/>
                  <a:pt x="3348569" y="650121"/>
                </a:cubicBezTo>
                <a:lnTo>
                  <a:pt x="71247" y="650121"/>
                </a:lnTo>
                <a:cubicBezTo>
                  <a:pt x="31898" y="650121"/>
                  <a:pt x="0" y="618223"/>
                  <a:pt x="0" y="578874"/>
                </a:cubicBezTo>
                <a:lnTo>
                  <a:pt x="0" y="71247"/>
                </a:lnTo>
                <a:cubicBezTo>
                  <a:pt x="0" y="31898"/>
                  <a:pt x="31898" y="0"/>
                  <a:pt x="71247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35106" y="3989785"/>
            <a:ext cx="333075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8335106" y="4203524"/>
            <a:ext cx="332185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Moderate dev effort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8335106" y="4346016"/>
            <a:ext cx="332185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Requires careful testing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360684" y="4867004"/>
            <a:ext cx="5655164" cy="1985987"/>
          </a:xfrm>
          <a:custGeom>
            <a:avLst/>
            <a:gdLst/>
            <a:ahLst/>
            <a:cxnLst/>
            <a:rect l="l" t="t" r="r" b="b"/>
            <a:pathLst>
              <a:path w="5655164" h="1985987">
                <a:moveTo>
                  <a:pt x="106866" y="0"/>
                </a:moveTo>
                <a:lnTo>
                  <a:pt x="5548298" y="0"/>
                </a:lnTo>
                <a:cubicBezTo>
                  <a:pt x="5607319" y="0"/>
                  <a:pt x="5655164" y="47846"/>
                  <a:pt x="5655164" y="106866"/>
                </a:cubicBezTo>
                <a:lnTo>
                  <a:pt x="5655164" y="1879121"/>
                </a:lnTo>
                <a:cubicBezTo>
                  <a:pt x="5655164" y="1938141"/>
                  <a:pt x="5607319" y="1985987"/>
                  <a:pt x="5548298" y="1985987"/>
                </a:cubicBezTo>
                <a:lnTo>
                  <a:pt x="106866" y="1985987"/>
                </a:lnTo>
                <a:cubicBezTo>
                  <a:pt x="47846" y="1985987"/>
                  <a:pt x="0" y="1938141"/>
                  <a:pt x="0" y="1879121"/>
                </a:cubicBezTo>
                <a:lnTo>
                  <a:pt x="0" y="106866"/>
                </a:lnTo>
                <a:cubicBezTo>
                  <a:pt x="0" y="47885"/>
                  <a:pt x="47885" y="0"/>
                  <a:pt x="10686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07629" y="5013949"/>
            <a:ext cx="544142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Testing Results (n=12)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507629" y="5370180"/>
            <a:ext cx="5361274" cy="391854"/>
          </a:xfrm>
          <a:custGeom>
            <a:avLst/>
            <a:gdLst/>
            <a:ahLst/>
            <a:cxnLst/>
            <a:rect l="l" t="t" r="r" b="b"/>
            <a:pathLst>
              <a:path w="5361274" h="391854">
                <a:moveTo>
                  <a:pt x="71247" y="0"/>
                </a:moveTo>
                <a:lnTo>
                  <a:pt x="5290027" y="0"/>
                </a:lnTo>
                <a:cubicBezTo>
                  <a:pt x="5329376" y="0"/>
                  <a:pt x="5361274" y="31898"/>
                  <a:pt x="5361274" y="71247"/>
                </a:cubicBezTo>
                <a:lnTo>
                  <a:pt x="5361274" y="320607"/>
                </a:lnTo>
                <a:cubicBezTo>
                  <a:pt x="5361274" y="359956"/>
                  <a:pt x="5329376" y="391854"/>
                  <a:pt x="5290027" y="391854"/>
                </a:cubicBezTo>
                <a:lnTo>
                  <a:pt x="71247" y="391854"/>
                </a:lnTo>
                <a:cubicBezTo>
                  <a:pt x="31925" y="391854"/>
                  <a:pt x="0" y="359929"/>
                  <a:pt x="0" y="320607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578875" y="5459237"/>
            <a:ext cx="1344771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A Preference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5486859" y="5441426"/>
            <a:ext cx="39185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42%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507629" y="5833280"/>
            <a:ext cx="5361274" cy="391854"/>
          </a:xfrm>
          <a:custGeom>
            <a:avLst/>
            <a:gdLst/>
            <a:ahLst/>
            <a:cxnLst/>
            <a:rect l="l" t="t" r="r" b="b"/>
            <a:pathLst>
              <a:path w="5361274" h="391854">
                <a:moveTo>
                  <a:pt x="71247" y="0"/>
                </a:moveTo>
                <a:lnTo>
                  <a:pt x="5290027" y="0"/>
                </a:lnTo>
                <a:cubicBezTo>
                  <a:pt x="5329376" y="0"/>
                  <a:pt x="5361274" y="31898"/>
                  <a:pt x="5361274" y="71247"/>
                </a:cubicBezTo>
                <a:lnTo>
                  <a:pt x="5361274" y="320607"/>
                </a:lnTo>
                <a:cubicBezTo>
                  <a:pt x="5361274" y="359956"/>
                  <a:pt x="5329376" y="391854"/>
                  <a:pt x="5290027" y="391854"/>
                </a:cubicBezTo>
                <a:lnTo>
                  <a:pt x="71247" y="391854"/>
                </a:lnTo>
                <a:cubicBezTo>
                  <a:pt x="31925" y="391854"/>
                  <a:pt x="0" y="359929"/>
                  <a:pt x="0" y="320607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578875" y="5922337"/>
            <a:ext cx="1335866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B Preference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5487485" y="5904526"/>
            <a:ext cx="39185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512082" y="6300833"/>
            <a:ext cx="5352368" cy="400760"/>
          </a:xfrm>
          <a:custGeom>
            <a:avLst/>
            <a:gdLst/>
            <a:ahLst/>
            <a:cxnLst/>
            <a:rect l="l" t="t" r="r" b="b"/>
            <a:pathLst>
              <a:path w="5352368" h="400760">
                <a:moveTo>
                  <a:pt x="71247" y="0"/>
                </a:moveTo>
                <a:lnTo>
                  <a:pt x="5281121" y="0"/>
                </a:lnTo>
                <a:cubicBezTo>
                  <a:pt x="5320470" y="0"/>
                  <a:pt x="5352368" y="31898"/>
                  <a:pt x="5352368" y="71247"/>
                </a:cubicBezTo>
                <a:lnTo>
                  <a:pt x="5352368" y="329513"/>
                </a:lnTo>
                <a:cubicBezTo>
                  <a:pt x="5352368" y="368861"/>
                  <a:pt x="5320470" y="400760"/>
                  <a:pt x="5281121" y="400760"/>
                </a:cubicBezTo>
                <a:lnTo>
                  <a:pt x="71247" y="400760"/>
                </a:lnTo>
                <a:cubicBezTo>
                  <a:pt x="31898" y="400760"/>
                  <a:pt x="0" y="368861"/>
                  <a:pt x="0" y="329513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87781" y="6394343"/>
            <a:ext cx="1344771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C Preference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5480041" y="6376532"/>
            <a:ext cx="39185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52%</a:t>
            </a:r>
            <a:endParaRPr lang="en-US" sz="1600" dirty="0"/>
          </a:p>
        </p:txBody>
      </p:sp>
      <p:sp>
        <p:nvSpPr>
          <p:cNvPr id="111" name="Shape 109"/>
          <p:cNvSpPr/>
          <p:nvPr/>
        </p:nvSpPr>
        <p:spPr>
          <a:xfrm>
            <a:off x="6171142" y="4867004"/>
            <a:ext cx="5655164" cy="1985987"/>
          </a:xfrm>
          <a:custGeom>
            <a:avLst/>
            <a:gdLst/>
            <a:ahLst/>
            <a:cxnLst/>
            <a:rect l="l" t="t" r="r" b="b"/>
            <a:pathLst>
              <a:path w="5655164" h="1985987">
                <a:moveTo>
                  <a:pt x="106866" y="0"/>
                </a:moveTo>
                <a:lnTo>
                  <a:pt x="5548298" y="0"/>
                </a:lnTo>
                <a:cubicBezTo>
                  <a:pt x="5607319" y="0"/>
                  <a:pt x="5655164" y="47846"/>
                  <a:pt x="5655164" y="106866"/>
                </a:cubicBezTo>
                <a:lnTo>
                  <a:pt x="5655164" y="1879121"/>
                </a:lnTo>
                <a:cubicBezTo>
                  <a:pt x="5655164" y="1938141"/>
                  <a:pt x="5607319" y="1985987"/>
                  <a:pt x="5548298" y="1985987"/>
                </a:cubicBezTo>
                <a:lnTo>
                  <a:pt x="106866" y="1985987"/>
                </a:lnTo>
                <a:cubicBezTo>
                  <a:pt x="47846" y="1985987"/>
                  <a:pt x="0" y="1938141"/>
                  <a:pt x="0" y="1879121"/>
                </a:cubicBezTo>
                <a:lnTo>
                  <a:pt x="0" y="106866"/>
                </a:lnTo>
                <a:cubicBezTo>
                  <a:pt x="0" y="47885"/>
                  <a:pt x="47885" y="0"/>
                  <a:pt x="106866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18088" y="5013949"/>
            <a:ext cx="544142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113" name="Shape 111"/>
          <p:cNvSpPr/>
          <p:nvPr/>
        </p:nvSpPr>
        <p:spPr>
          <a:xfrm>
            <a:off x="6318088" y="5405803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60239" y="0"/>
                </a:moveTo>
                <a:lnTo>
                  <a:pt x="153750" y="0"/>
                </a:lnTo>
                <a:cubicBezTo>
                  <a:pt x="164812" y="0"/>
                  <a:pt x="173830" y="9101"/>
                  <a:pt x="173412" y="20121"/>
                </a:cubicBezTo>
                <a:cubicBezTo>
                  <a:pt x="173329" y="22334"/>
                  <a:pt x="173245" y="24547"/>
                  <a:pt x="173120" y="26717"/>
                </a:cubicBezTo>
                <a:lnTo>
                  <a:pt x="193826" y="26717"/>
                </a:lnTo>
                <a:cubicBezTo>
                  <a:pt x="204721" y="26717"/>
                  <a:pt x="214323" y="35734"/>
                  <a:pt x="213488" y="47507"/>
                </a:cubicBezTo>
                <a:cubicBezTo>
                  <a:pt x="210357" y="90797"/>
                  <a:pt x="188232" y="114592"/>
                  <a:pt x="164228" y="127032"/>
                </a:cubicBezTo>
                <a:cubicBezTo>
                  <a:pt x="157632" y="130456"/>
                  <a:pt x="150911" y="133002"/>
                  <a:pt x="144524" y="134881"/>
                </a:cubicBezTo>
                <a:cubicBezTo>
                  <a:pt x="136091" y="146820"/>
                  <a:pt x="127325" y="153124"/>
                  <a:pt x="120353" y="156505"/>
                </a:cubicBezTo>
                <a:lnTo>
                  <a:pt x="120353" y="187021"/>
                </a:lnTo>
                <a:lnTo>
                  <a:pt x="147070" y="187021"/>
                </a:lnTo>
                <a:cubicBezTo>
                  <a:pt x="154459" y="187021"/>
                  <a:pt x="160429" y="192991"/>
                  <a:pt x="160429" y="200380"/>
                </a:cubicBezTo>
                <a:cubicBezTo>
                  <a:pt x="160429" y="207769"/>
                  <a:pt x="154459" y="213738"/>
                  <a:pt x="147070" y="213738"/>
                </a:cubicBezTo>
                <a:lnTo>
                  <a:pt x="66919" y="213738"/>
                </a:lnTo>
                <a:cubicBezTo>
                  <a:pt x="59530" y="213738"/>
                  <a:pt x="53560" y="207769"/>
                  <a:pt x="53560" y="200380"/>
                </a:cubicBezTo>
                <a:cubicBezTo>
                  <a:pt x="53560" y="192991"/>
                  <a:pt x="59530" y="187021"/>
                  <a:pt x="66919" y="187021"/>
                </a:cubicBezTo>
                <a:lnTo>
                  <a:pt x="93636" y="187021"/>
                </a:lnTo>
                <a:lnTo>
                  <a:pt x="93636" y="156505"/>
                </a:lnTo>
                <a:cubicBezTo>
                  <a:pt x="86957" y="153291"/>
                  <a:pt x="78649" y="147321"/>
                  <a:pt x="70550" y="136342"/>
                </a:cubicBezTo>
                <a:cubicBezTo>
                  <a:pt x="62869" y="134338"/>
                  <a:pt x="54520" y="131291"/>
                  <a:pt x="46380" y="126699"/>
                </a:cubicBezTo>
                <a:cubicBezTo>
                  <a:pt x="23795" y="114050"/>
                  <a:pt x="3423" y="90213"/>
                  <a:pt x="501" y="47423"/>
                </a:cubicBezTo>
                <a:cubicBezTo>
                  <a:pt x="-292" y="35693"/>
                  <a:pt x="9268" y="26676"/>
                  <a:pt x="20163" y="26676"/>
                </a:cubicBezTo>
                <a:lnTo>
                  <a:pt x="40869" y="26676"/>
                </a:lnTo>
                <a:cubicBezTo>
                  <a:pt x="40744" y="24505"/>
                  <a:pt x="40660" y="22334"/>
                  <a:pt x="40577" y="20080"/>
                </a:cubicBezTo>
                <a:cubicBezTo>
                  <a:pt x="40159" y="9017"/>
                  <a:pt x="49177" y="-42"/>
                  <a:pt x="60239" y="-42"/>
                </a:cubicBezTo>
                <a:close/>
                <a:moveTo>
                  <a:pt x="42372" y="46755"/>
                </a:moveTo>
                <a:lnTo>
                  <a:pt x="20497" y="46755"/>
                </a:lnTo>
                <a:cubicBezTo>
                  <a:pt x="23085" y="82114"/>
                  <a:pt x="39325" y="99814"/>
                  <a:pt x="56065" y="109207"/>
                </a:cubicBezTo>
                <a:cubicBezTo>
                  <a:pt x="50053" y="93636"/>
                  <a:pt x="45085" y="73306"/>
                  <a:pt x="42372" y="46755"/>
                </a:cubicBezTo>
                <a:close/>
                <a:moveTo>
                  <a:pt x="158634" y="107203"/>
                </a:moveTo>
                <a:cubicBezTo>
                  <a:pt x="175541" y="97268"/>
                  <a:pt x="190820" y="79609"/>
                  <a:pt x="193408" y="46755"/>
                </a:cubicBezTo>
                <a:lnTo>
                  <a:pt x="171575" y="46755"/>
                </a:lnTo>
                <a:cubicBezTo>
                  <a:pt x="168987" y="72178"/>
                  <a:pt x="164311" y="91924"/>
                  <a:pt x="158634" y="107203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14" name="Text 112"/>
          <p:cNvSpPr/>
          <p:nvPr/>
        </p:nvSpPr>
        <p:spPr>
          <a:xfrm>
            <a:off x="6638695" y="5370180"/>
            <a:ext cx="511191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Proceed with Option C: Balanced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6638695" y="5655164"/>
            <a:ext cx="5103007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combination of usability, visual appeal, and user preference. Aligns with our goal to improve task completion while maintaining modern aesthetic.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956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spc="52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DECISION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96348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Redesign: Recommended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5446" y="1064315"/>
            <a:ext cx="5690152" cy="2758109"/>
          </a:xfrm>
          <a:custGeom>
            <a:avLst/>
            <a:gdLst/>
            <a:ahLst/>
            <a:cxnLst/>
            <a:rect l="l" t="t" r="r" b="b"/>
            <a:pathLst>
              <a:path w="5690152" h="2758109">
                <a:moveTo>
                  <a:pt x="99402" y="0"/>
                </a:moveTo>
                <a:lnTo>
                  <a:pt x="5590750" y="0"/>
                </a:lnTo>
                <a:cubicBezTo>
                  <a:pt x="5645648" y="0"/>
                  <a:pt x="5690152" y="44504"/>
                  <a:pt x="5690152" y="99402"/>
                </a:cubicBezTo>
                <a:lnTo>
                  <a:pt x="5690152" y="2658706"/>
                </a:lnTo>
                <a:cubicBezTo>
                  <a:pt x="5690152" y="2713605"/>
                  <a:pt x="5645648" y="2758109"/>
                  <a:pt x="5590750" y="2758109"/>
                </a:cubicBezTo>
                <a:lnTo>
                  <a:pt x="99402" y="2758109"/>
                </a:lnTo>
                <a:cubicBezTo>
                  <a:pt x="44504" y="2758109"/>
                  <a:pt x="0" y="2713605"/>
                  <a:pt x="0" y="2658706"/>
                </a:cubicBezTo>
                <a:lnTo>
                  <a:pt x="0" y="99402"/>
                </a:lnTo>
                <a:cubicBezTo>
                  <a:pt x="0" y="44504"/>
                  <a:pt x="44504" y="0"/>
                  <a:pt x="9940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2815" y="1234109"/>
            <a:ext cx="165652" cy="165652"/>
          </a:xfrm>
          <a:custGeom>
            <a:avLst/>
            <a:gdLst/>
            <a:ahLst/>
            <a:cxnLst/>
            <a:rect l="l" t="t" r="r" b="b"/>
            <a:pathLst>
              <a:path w="165652" h="165652">
                <a:moveTo>
                  <a:pt x="82826" y="165652"/>
                </a:moveTo>
                <a:cubicBezTo>
                  <a:pt x="128539" y="165652"/>
                  <a:pt x="165652" y="128539"/>
                  <a:pt x="165652" y="82826"/>
                </a:cubicBezTo>
                <a:cubicBezTo>
                  <a:pt x="165652" y="37113"/>
                  <a:pt x="128539" y="0"/>
                  <a:pt x="82826" y="0"/>
                </a:cubicBezTo>
                <a:cubicBezTo>
                  <a:pt x="37113" y="0"/>
                  <a:pt x="0" y="37113"/>
                  <a:pt x="0" y="82826"/>
                </a:cubicBezTo>
                <a:cubicBezTo>
                  <a:pt x="0" y="128539"/>
                  <a:pt x="37113" y="165652"/>
                  <a:pt x="82826" y="165652"/>
                </a:cubicBezTo>
                <a:close/>
                <a:moveTo>
                  <a:pt x="110133" y="68817"/>
                </a:moveTo>
                <a:lnTo>
                  <a:pt x="84250" y="110230"/>
                </a:lnTo>
                <a:cubicBezTo>
                  <a:pt x="82891" y="112398"/>
                  <a:pt x="80561" y="113756"/>
                  <a:pt x="78005" y="113886"/>
                </a:cubicBezTo>
                <a:cubicBezTo>
                  <a:pt x="75449" y="114015"/>
                  <a:pt x="72990" y="112851"/>
                  <a:pt x="71470" y="110780"/>
                </a:cubicBezTo>
                <a:lnTo>
                  <a:pt x="55940" y="90073"/>
                </a:lnTo>
                <a:cubicBezTo>
                  <a:pt x="53352" y="86644"/>
                  <a:pt x="54063" y="81791"/>
                  <a:pt x="57493" y="79202"/>
                </a:cubicBezTo>
                <a:cubicBezTo>
                  <a:pt x="60922" y="76614"/>
                  <a:pt x="65776" y="77326"/>
                  <a:pt x="68364" y="80755"/>
                </a:cubicBezTo>
                <a:lnTo>
                  <a:pt x="77099" y="92403"/>
                </a:lnTo>
                <a:lnTo>
                  <a:pt x="96965" y="60599"/>
                </a:lnTo>
                <a:cubicBezTo>
                  <a:pt x="99230" y="56975"/>
                  <a:pt x="104018" y="55843"/>
                  <a:pt x="107674" y="58140"/>
                </a:cubicBezTo>
                <a:cubicBezTo>
                  <a:pt x="111330" y="60437"/>
                  <a:pt x="112430" y="65193"/>
                  <a:pt x="110133" y="68849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679174" y="1200978"/>
            <a:ext cx="5292587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Selected: Option C - Balanced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09" y="1565413"/>
            <a:ext cx="5416826" cy="795130"/>
          </a:xfrm>
          <a:custGeom>
            <a:avLst/>
            <a:gdLst/>
            <a:ahLst/>
            <a:cxnLst/>
            <a:rect l="l" t="t" r="r" b="b"/>
            <a:pathLst>
              <a:path w="5416826" h="795130">
                <a:moveTo>
                  <a:pt x="66258" y="0"/>
                </a:moveTo>
                <a:lnTo>
                  <a:pt x="5350568" y="0"/>
                </a:lnTo>
                <a:cubicBezTo>
                  <a:pt x="5387161" y="0"/>
                  <a:pt x="5416826" y="29665"/>
                  <a:pt x="5416826" y="66258"/>
                </a:cubicBezTo>
                <a:lnTo>
                  <a:pt x="5416826" y="728872"/>
                </a:lnTo>
                <a:cubicBezTo>
                  <a:pt x="5416826" y="765466"/>
                  <a:pt x="5387161" y="795130"/>
                  <a:pt x="5350568" y="795130"/>
                </a:cubicBezTo>
                <a:lnTo>
                  <a:pt x="66258" y="795130"/>
                </a:lnTo>
                <a:cubicBezTo>
                  <a:pt x="29689" y="795130"/>
                  <a:pt x="0" y="765441"/>
                  <a:pt x="0" y="728872"/>
                </a:cubicBezTo>
                <a:lnTo>
                  <a:pt x="0" y="66258"/>
                </a:lnTo>
                <a:cubicBezTo>
                  <a:pt x="0" y="29689"/>
                  <a:pt x="29689" y="0"/>
                  <a:pt x="662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664804"/>
            <a:ext cx="5284304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Rationale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29848"/>
            <a:ext cx="5276022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clean visual design with functional information density. Prioritizes user task completion while maintaining modern aesthetic that aligns with brand guidelines.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2109" y="2459935"/>
            <a:ext cx="5416826" cy="1225826"/>
          </a:xfrm>
          <a:custGeom>
            <a:avLst/>
            <a:gdLst/>
            <a:ahLst/>
            <a:cxnLst/>
            <a:rect l="l" t="t" r="r" b="b"/>
            <a:pathLst>
              <a:path w="5416826" h="1225826">
                <a:moveTo>
                  <a:pt x="66256" y="0"/>
                </a:moveTo>
                <a:lnTo>
                  <a:pt x="5350570" y="0"/>
                </a:lnTo>
                <a:cubicBezTo>
                  <a:pt x="5387162" y="0"/>
                  <a:pt x="5416826" y="29664"/>
                  <a:pt x="5416826" y="66256"/>
                </a:cubicBezTo>
                <a:lnTo>
                  <a:pt x="5416826" y="1159570"/>
                </a:lnTo>
                <a:cubicBezTo>
                  <a:pt x="5416826" y="1196162"/>
                  <a:pt x="5387162" y="1225826"/>
                  <a:pt x="5350570" y="1225826"/>
                </a:cubicBezTo>
                <a:lnTo>
                  <a:pt x="66256" y="1225826"/>
                </a:lnTo>
                <a:cubicBezTo>
                  <a:pt x="29688" y="1225826"/>
                  <a:pt x="0" y="1196138"/>
                  <a:pt x="0" y="1159570"/>
                </a:cubicBezTo>
                <a:lnTo>
                  <a:pt x="0" y="66256"/>
                </a:lnTo>
                <a:cubicBezTo>
                  <a:pt x="0" y="29664"/>
                  <a:pt x="29664" y="0"/>
                  <a:pt x="6625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2559326"/>
            <a:ext cx="5284304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824370"/>
            <a:ext cx="5276022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Progressive disclosure of advanced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23152"/>
            <a:ext cx="5276022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Contextual actions based on user behavior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221935"/>
            <a:ext cx="5276022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Customizable dashboard widgets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420717"/>
            <a:ext cx="5276022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Consistent navigation patterns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5446" y="3963228"/>
            <a:ext cx="5690152" cy="2890630"/>
          </a:xfrm>
          <a:custGeom>
            <a:avLst/>
            <a:gdLst/>
            <a:ahLst/>
            <a:cxnLst/>
            <a:rect l="l" t="t" r="r" b="b"/>
            <a:pathLst>
              <a:path w="5690152" h="2890630">
                <a:moveTo>
                  <a:pt x="99380" y="0"/>
                </a:moveTo>
                <a:lnTo>
                  <a:pt x="5590772" y="0"/>
                </a:lnTo>
                <a:cubicBezTo>
                  <a:pt x="5645658" y="0"/>
                  <a:pt x="5690152" y="44494"/>
                  <a:pt x="5690152" y="99380"/>
                </a:cubicBezTo>
                <a:lnTo>
                  <a:pt x="5690152" y="2791251"/>
                </a:lnTo>
                <a:cubicBezTo>
                  <a:pt x="5690152" y="2846137"/>
                  <a:pt x="5645658" y="2890630"/>
                  <a:pt x="5590772" y="2890630"/>
                </a:cubicBezTo>
                <a:lnTo>
                  <a:pt x="99380" y="2890630"/>
                </a:lnTo>
                <a:cubicBezTo>
                  <a:pt x="44494" y="2890630"/>
                  <a:pt x="0" y="2846137"/>
                  <a:pt x="0" y="2791251"/>
                </a:cubicBezTo>
                <a:lnTo>
                  <a:pt x="0" y="99380"/>
                </a:lnTo>
                <a:cubicBezTo>
                  <a:pt x="0" y="44531"/>
                  <a:pt x="44531" y="0"/>
                  <a:pt x="99380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109" y="4099891"/>
            <a:ext cx="549137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Screen Mockups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6250" y="4435337"/>
            <a:ext cx="5408543" cy="637761"/>
          </a:xfrm>
          <a:custGeom>
            <a:avLst/>
            <a:gdLst/>
            <a:ahLst/>
            <a:cxnLst/>
            <a:rect l="l" t="t" r="r" b="b"/>
            <a:pathLst>
              <a:path w="5408543" h="637761">
                <a:moveTo>
                  <a:pt x="66263" y="0"/>
                </a:moveTo>
                <a:lnTo>
                  <a:pt x="5342280" y="0"/>
                </a:lnTo>
                <a:cubicBezTo>
                  <a:pt x="5378876" y="0"/>
                  <a:pt x="5408543" y="29667"/>
                  <a:pt x="5408543" y="66263"/>
                </a:cubicBezTo>
                <a:lnTo>
                  <a:pt x="5408543" y="571498"/>
                </a:lnTo>
                <a:cubicBezTo>
                  <a:pt x="5408543" y="608094"/>
                  <a:pt x="5378876" y="637761"/>
                  <a:pt x="5342280" y="637761"/>
                </a:cubicBezTo>
                <a:lnTo>
                  <a:pt x="66263" y="637761"/>
                </a:lnTo>
                <a:cubicBezTo>
                  <a:pt x="29667" y="637761"/>
                  <a:pt x="0" y="608094"/>
                  <a:pt x="0" y="571498"/>
                </a:cubicBezTo>
                <a:lnTo>
                  <a:pt x="0" y="66263"/>
                </a:lnTo>
                <a:cubicBezTo>
                  <a:pt x="0" y="29667"/>
                  <a:pt x="29667" y="0"/>
                  <a:pt x="662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83" y="4538870"/>
            <a:ext cx="1283804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2174" y="4572000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16565" y="8283"/>
                </a:moveTo>
                <a:cubicBezTo>
                  <a:pt x="7428" y="8283"/>
                  <a:pt x="0" y="15711"/>
                  <a:pt x="0" y="24848"/>
                </a:cubicBezTo>
                <a:lnTo>
                  <a:pt x="0" y="91109"/>
                </a:lnTo>
                <a:cubicBezTo>
                  <a:pt x="0" y="100245"/>
                  <a:pt x="7428" y="107674"/>
                  <a:pt x="16565" y="107674"/>
                </a:cubicBezTo>
                <a:lnTo>
                  <a:pt x="53837" y="107674"/>
                </a:lnTo>
                <a:lnTo>
                  <a:pt x="49696" y="120098"/>
                </a:lnTo>
                <a:lnTo>
                  <a:pt x="31060" y="120098"/>
                </a:lnTo>
                <a:cubicBezTo>
                  <a:pt x="27617" y="120098"/>
                  <a:pt x="24848" y="122867"/>
                  <a:pt x="24848" y="126310"/>
                </a:cubicBezTo>
                <a:cubicBezTo>
                  <a:pt x="24848" y="129752"/>
                  <a:pt x="27617" y="132522"/>
                  <a:pt x="31060" y="132522"/>
                </a:cubicBezTo>
                <a:lnTo>
                  <a:pt x="101462" y="132522"/>
                </a:lnTo>
                <a:cubicBezTo>
                  <a:pt x="104904" y="132522"/>
                  <a:pt x="107674" y="129752"/>
                  <a:pt x="107674" y="126310"/>
                </a:cubicBezTo>
                <a:cubicBezTo>
                  <a:pt x="107674" y="122867"/>
                  <a:pt x="104904" y="120098"/>
                  <a:pt x="101462" y="120098"/>
                </a:cubicBezTo>
                <a:lnTo>
                  <a:pt x="82826" y="120098"/>
                </a:lnTo>
                <a:lnTo>
                  <a:pt x="78685" y="107674"/>
                </a:lnTo>
                <a:lnTo>
                  <a:pt x="115957" y="107674"/>
                </a:lnTo>
                <a:cubicBezTo>
                  <a:pt x="125093" y="107674"/>
                  <a:pt x="132522" y="100245"/>
                  <a:pt x="132522" y="91109"/>
                </a:cubicBezTo>
                <a:lnTo>
                  <a:pt x="132522" y="24848"/>
                </a:lnTo>
                <a:cubicBezTo>
                  <a:pt x="132522" y="15711"/>
                  <a:pt x="125093" y="8283"/>
                  <a:pt x="115957" y="8283"/>
                </a:cubicBezTo>
                <a:lnTo>
                  <a:pt x="16565" y="8283"/>
                </a:lnTo>
                <a:close/>
                <a:moveTo>
                  <a:pt x="24848" y="24848"/>
                </a:moveTo>
                <a:lnTo>
                  <a:pt x="107674" y="24848"/>
                </a:lnTo>
                <a:cubicBezTo>
                  <a:pt x="112255" y="24848"/>
                  <a:pt x="115957" y="28549"/>
                  <a:pt x="115957" y="33130"/>
                </a:cubicBezTo>
                <a:lnTo>
                  <a:pt x="115957" y="74543"/>
                </a:lnTo>
                <a:cubicBezTo>
                  <a:pt x="115957" y="79125"/>
                  <a:pt x="112255" y="82826"/>
                  <a:pt x="107674" y="82826"/>
                </a:cubicBezTo>
                <a:lnTo>
                  <a:pt x="24848" y="82826"/>
                </a:lnTo>
                <a:cubicBezTo>
                  <a:pt x="20267" y="82826"/>
                  <a:pt x="16565" y="79125"/>
                  <a:pt x="16565" y="74543"/>
                </a:cubicBezTo>
                <a:lnTo>
                  <a:pt x="16565" y="33130"/>
                </a:lnTo>
                <a:cubicBezTo>
                  <a:pt x="16565" y="28549"/>
                  <a:pt x="20267" y="24848"/>
                  <a:pt x="24848" y="24848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9783" y="4803913"/>
            <a:ext cx="52594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widgets, quick actions, activity feed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6250" y="5180772"/>
            <a:ext cx="5408543" cy="637761"/>
          </a:xfrm>
          <a:custGeom>
            <a:avLst/>
            <a:gdLst/>
            <a:ahLst/>
            <a:cxnLst/>
            <a:rect l="l" t="t" r="r" b="b"/>
            <a:pathLst>
              <a:path w="5408543" h="637761">
                <a:moveTo>
                  <a:pt x="66263" y="0"/>
                </a:moveTo>
                <a:lnTo>
                  <a:pt x="5342280" y="0"/>
                </a:lnTo>
                <a:cubicBezTo>
                  <a:pt x="5378876" y="0"/>
                  <a:pt x="5408543" y="29667"/>
                  <a:pt x="5408543" y="66263"/>
                </a:cubicBezTo>
                <a:lnTo>
                  <a:pt x="5408543" y="571498"/>
                </a:lnTo>
                <a:cubicBezTo>
                  <a:pt x="5408543" y="608094"/>
                  <a:pt x="5378876" y="637761"/>
                  <a:pt x="5342280" y="637761"/>
                </a:cubicBezTo>
                <a:lnTo>
                  <a:pt x="66263" y="637761"/>
                </a:lnTo>
                <a:cubicBezTo>
                  <a:pt x="29667" y="637761"/>
                  <a:pt x="0" y="608094"/>
                  <a:pt x="0" y="571498"/>
                </a:cubicBezTo>
                <a:lnTo>
                  <a:pt x="0" y="66263"/>
                </a:lnTo>
                <a:cubicBezTo>
                  <a:pt x="0" y="29667"/>
                  <a:pt x="29667" y="0"/>
                  <a:pt x="662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83" y="5284304"/>
            <a:ext cx="108502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Settings &amp; Profile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15609" y="5317435"/>
            <a:ext cx="165652" cy="132522"/>
          </a:xfrm>
          <a:custGeom>
            <a:avLst/>
            <a:gdLst/>
            <a:ahLst/>
            <a:cxnLst/>
            <a:rect l="l" t="t" r="r" b="b"/>
            <a:pathLst>
              <a:path w="165652" h="132522">
                <a:moveTo>
                  <a:pt x="66390" y="2071"/>
                </a:moveTo>
                <a:cubicBezTo>
                  <a:pt x="83533" y="2071"/>
                  <a:pt x="97450" y="15988"/>
                  <a:pt x="97450" y="33130"/>
                </a:cubicBezTo>
                <a:cubicBezTo>
                  <a:pt x="97450" y="50273"/>
                  <a:pt x="83533" y="64190"/>
                  <a:pt x="66390" y="64190"/>
                </a:cubicBezTo>
                <a:cubicBezTo>
                  <a:pt x="49248" y="64190"/>
                  <a:pt x="35331" y="50273"/>
                  <a:pt x="35331" y="33130"/>
                </a:cubicBezTo>
                <a:cubicBezTo>
                  <a:pt x="35331" y="15988"/>
                  <a:pt x="49248" y="2071"/>
                  <a:pt x="66390" y="2071"/>
                </a:cubicBezTo>
                <a:close/>
                <a:moveTo>
                  <a:pt x="58677" y="78685"/>
                </a:moveTo>
                <a:lnTo>
                  <a:pt x="74052" y="78685"/>
                </a:lnTo>
                <a:lnTo>
                  <a:pt x="74440" y="78685"/>
                </a:lnTo>
                <a:cubicBezTo>
                  <a:pt x="71101" y="85621"/>
                  <a:pt x="72421" y="93749"/>
                  <a:pt x="77417" y="99262"/>
                </a:cubicBezTo>
                <a:cubicBezTo>
                  <a:pt x="72188" y="105034"/>
                  <a:pt x="70997" y="113705"/>
                  <a:pt x="74983" y="120848"/>
                </a:cubicBezTo>
                <a:lnTo>
                  <a:pt x="80807" y="131305"/>
                </a:lnTo>
                <a:cubicBezTo>
                  <a:pt x="81040" y="131719"/>
                  <a:pt x="81299" y="132133"/>
                  <a:pt x="81558" y="132522"/>
                </a:cubicBezTo>
                <a:lnTo>
                  <a:pt x="20215" y="132522"/>
                </a:lnTo>
                <a:cubicBezTo>
                  <a:pt x="15970" y="132522"/>
                  <a:pt x="12527" y="129079"/>
                  <a:pt x="12527" y="124834"/>
                </a:cubicBezTo>
                <a:cubicBezTo>
                  <a:pt x="12527" y="99340"/>
                  <a:pt x="33182" y="78685"/>
                  <a:pt x="58677" y="78685"/>
                </a:cubicBezTo>
                <a:close/>
                <a:moveTo>
                  <a:pt x="111971" y="64087"/>
                </a:moveTo>
                <a:cubicBezTo>
                  <a:pt x="111971" y="60644"/>
                  <a:pt x="114740" y="57875"/>
                  <a:pt x="118182" y="57875"/>
                </a:cubicBezTo>
                <a:lnTo>
                  <a:pt x="130606" y="57875"/>
                </a:lnTo>
                <a:cubicBezTo>
                  <a:pt x="134049" y="57875"/>
                  <a:pt x="136818" y="60644"/>
                  <a:pt x="136818" y="64087"/>
                </a:cubicBezTo>
                <a:lnTo>
                  <a:pt x="136818" y="65666"/>
                </a:lnTo>
                <a:cubicBezTo>
                  <a:pt x="136818" y="70557"/>
                  <a:pt x="143056" y="74155"/>
                  <a:pt x="147301" y="71722"/>
                </a:cubicBezTo>
                <a:lnTo>
                  <a:pt x="148595" y="70972"/>
                </a:lnTo>
                <a:cubicBezTo>
                  <a:pt x="151598" y="69237"/>
                  <a:pt x="155454" y="70299"/>
                  <a:pt x="157137" y="73327"/>
                </a:cubicBezTo>
                <a:lnTo>
                  <a:pt x="162934" y="83732"/>
                </a:lnTo>
                <a:cubicBezTo>
                  <a:pt x="164539" y="86631"/>
                  <a:pt x="163607" y="90255"/>
                  <a:pt x="160812" y="92015"/>
                </a:cubicBezTo>
                <a:lnTo>
                  <a:pt x="159596" y="92765"/>
                </a:lnTo>
                <a:cubicBezTo>
                  <a:pt x="155402" y="95379"/>
                  <a:pt x="155402" y="103093"/>
                  <a:pt x="159596" y="105733"/>
                </a:cubicBezTo>
                <a:lnTo>
                  <a:pt x="160786" y="106483"/>
                </a:lnTo>
                <a:cubicBezTo>
                  <a:pt x="163582" y="108243"/>
                  <a:pt x="164539" y="111867"/>
                  <a:pt x="162934" y="114766"/>
                </a:cubicBezTo>
                <a:lnTo>
                  <a:pt x="157111" y="125223"/>
                </a:lnTo>
                <a:cubicBezTo>
                  <a:pt x="155428" y="128251"/>
                  <a:pt x="151572" y="129338"/>
                  <a:pt x="148569" y="127578"/>
                </a:cubicBezTo>
                <a:lnTo>
                  <a:pt x="147301" y="126827"/>
                </a:lnTo>
                <a:cubicBezTo>
                  <a:pt x="143056" y="124369"/>
                  <a:pt x="136818" y="127992"/>
                  <a:pt x="136818" y="132884"/>
                </a:cubicBezTo>
                <a:lnTo>
                  <a:pt x="136818" y="134463"/>
                </a:lnTo>
                <a:cubicBezTo>
                  <a:pt x="136818" y="137905"/>
                  <a:pt x="134049" y="140675"/>
                  <a:pt x="130606" y="140675"/>
                </a:cubicBezTo>
                <a:lnTo>
                  <a:pt x="118182" y="140675"/>
                </a:lnTo>
                <a:cubicBezTo>
                  <a:pt x="114740" y="140675"/>
                  <a:pt x="111971" y="137905"/>
                  <a:pt x="111971" y="134463"/>
                </a:cubicBezTo>
                <a:lnTo>
                  <a:pt x="111971" y="132936"/>
                </a:lnTo>
                <a:cubicBezTo>
                  <a:pt x="111971" y="128018"/>
                  <a:pt x="105707" y="124394"/>
                  <a:pt x="101436" y="126853"/>
                </a:cubicBezTo>
                <a:lnTo>
                  <a:pt x="100194" y="127578"/>
                </a:lnTo>
                <a:cubicBezTo>
                  <a:pt x="97191" y="129312"/>
                  <a:pt x="93361" y="128251"/>
                  <a:pt x="91652" y="125223"/>
                </a:cubicBezTo>
                <a:lnTo>
                  <a:pt x="85803" y="114766"/>
                </a:lnTo>
                <a:cubicBezTo>
                  <a:pt x="84198" y="111867"/>
                  <a:pt x="85130" y="108217"/>
                  <a:pt x="87951" y="106457"/>
                </a:cubicBezTo>
                <a:lnTo>
                  <a:pt x="89090" y="105759"/>
                </a:lnTo>
                <a:cubicBezTo>
                  <a:pt x="93309" y="103144"/>
                  <a:pt x="93309" y="95379"/>
                  <a:pt x="89090" y="92765"/>
                </a:cubicBezTo>
                <a:lnTo>
                  <a:pt x="87925" y="92040"/>
                </a:lnTo>
                <a:cubicBezTo>
                  <a:pt x="85104" y="90280"/>
                  <a:pt x="84172" y="86631"/>
                  <a:pt x="85777" y="83732"/>
                </a:cubicBezTo>
                <a:lnTo>
                  <a:pt x="91600" y="73301"/>
                </a:lnTo>
                <a:cubicBezTo>
                  <a:pt x="93283" y="70273"/>
                  <a:pt x="97139" y="69212"/>
                  <a:pt x="100116" y="70946"/>
                </a:cubicBezTo>
                <a:lnTo>
                  <a:pt x="101358" y="71670"/>
                </a:lnTo>
                <a:cubicBezTo>
                  <a:pt x="105629" y="74129"/>
                  <a:pt x="111893" y="70506"/>
                  <a:pt x="111893" y="65588"/>
                </a:cubicBezTo>
                <a:lnTo>
                  <a:pt x="111893" y="64061"/>
                </a:lnTo>
                <a:close/>
                <a:moveTo>
                  <a:pt x="137828" y="99340"/>
                </a:moveTo>
                <a:cubicBezTo>
                  <a:pt x="137828" y="91911"/>
                  <a:pt x="131797" y="85880"/>
                  <a:pt x="124369" y="85880"/>
                </a:cubicBezTo>
                <a:cubicBezTo>
                  <a:pt x="116940" y="85880"/>
                  <a:pt x="110909" y="91911"/>
                  <a:pt x="110909" y="99340"/>
                </a:cubicBezTo>
                <a:cubicBezTo>
                  <a:pt x="110909" y="106768"/>
                  <a:pt x="116940" y="112799"/>
                  <a:pt x="124369" y="112799"/>
                </a:cubicBezTo>
                <a:cubicBezTo>
                  <a:pt x="131797" y="112799"/>
                  <a:pt x="137828" y="106768"/>
                  <a:pt x="137828" y="9934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5" name="Text 23"/>
          <p:cNvSpPr/>
          <p:nvPr/>
        </p:nvSpPr>
        <p:spPr>
          <a:xfrm>
            <a:off x="579783" y="5549348"/>
            <a:ext cx="52594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Tabbed navigation, grouped preferences, clear CTAs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5926207"/>
            <a:ext cx="5408543" cy="637761"/>
          </a:xfrm>
          <a:custGeom>
            <a:avLst/>
            <a:gdLst/>
            <a:ahLst/>
            <a:cxnLst/>
            <a:rect l="l" t="t" r="r" b="b"/>
            <a:pathLst>
              <a:path w="5408543" h="637761">
                <a:moveTo>
                  <a:pt x="66263" y="0"/>
                </a:moveTo>
                <a:lnTo>
                  <a:pt x="5342280" y="0"/>
                </a:lnTo>
                <a:cubicBezTo>
                  <a:pt x="5378876" y="0"/>
                  <a:pt x="5408543" y="29667"/>
                  <a:pt x="5408543" y="66263"/>
                </a:cubicBezTo>
                <a:lnTo>
                  <a:pt x="5408543" y="571498"/>
                </a:lnTo>
                <a:cubicBezTo>
                  <a:pt x="5408543" y="608094"/>
                  <a:pt x="5378876" y="637761"/>
                  <a:pt x="5342280" y="637761"/>
                </a:cubicBezTo>
                <a:lnTo>
                  <a:pt x="66263" y="637761"/>
                </a:lnTo>
                <a:cubicBezTo>
                  <a:pt x="29667" y="637761"/>
                  <a:pt x="0" y="608094"/>
                  <a:pt x="0" y="571498"/>
                </a:cubicBezTo>
                <a:lnTo>
                  <a:pt x="0" y="66263"/>
                </a:lnTo>
                <a:cubicBezTo>
                  <a:pt x="0" y="29667"/>
                  <a:pt x="29667" y="0"/>
                  <a:pt x="662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783" y="6029739"/>
            <a:ext cx="1126435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Discovery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32174" y="6062870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32522"/>
                </a:moveTo>
                <a:cubicBezTo>
                  <a:pt x="102831" y="132522"/>
                  <a:pt x="132522" y="102831"/>
                  <a:pt x="132522" y="66261"/>
                </a:cubicBezTo>
                <a:cubicBezTo>
                  <a:pt x="132522" y="29691"/>
                  <a:pt x="102831" y="0"/>
                  <a:pt x="66261" y="0"/>
                </a:cubicBezTo>
                <a:cubicBezTo>
                  <a:pt x="29691" y="0"/>
                  <a:pt x="0" y="29691"/>
                  <a:pt x="0" y="66261"/>
                </a:cubicBezTo>
                <a:cubicBezTo>
                  <a:pt x="0" y="102831"/>
                  <a:pt x="29691" y="132522"/>
                  <a:pt x="66261" y="132522"/>
                </a:cubicBezTo>
                <a:close/>
                <a:moveTo>
                  <a:pt x="79384" y="84146"/>
                </a:moveTo>
                <a:lnTo>
                  <a:pt x="42034" y="98511"/>
                </a:lnTo>
                <a:cubicBezTo>
                  <a:pt x="37013" y="100453"/>
                  <a:pt x="32069" y="95509"/>
                  <a:pt x="34010" y="90488"/>
                </a:cubicBezTo>
                <a:lnTo>
                  <a:pt x="48376" y="53138"/>
                </a:lnTo>
                <a:cubicBezTo>
                  <a:pt x="49230" y="50938"/>
                  <a:pt x="50938" y="49230"/>
                  <a:pt x="53138" y="48376"/>
                </a:cubicBezTo>
                <a:lnTo>
                  <a:pt x="90488" y="34010"/>
                </a:lnTo>
                <a:cubicBezTo>
                  <a:pt x="95509" y="32069"/>
                  <a:pt x="100453" y="37013"/>
                  <a:pt x="98511" y="42034"/>
                </a:cubicBezTo>
                <a:lnTo>
                  <a:pt x="84146" y="79384"/>
                </a:lnTo>
                <a:cubicBezTo>
                  <a:pt x="83318" y="81584"/>
                  <a:pt x="81584" y="83292"/>
                  <a:pt x="79384" y="84146"/>
                </a:cubicBezTo>
                <a:close/>
                <a:moveTo>
                  <a:pt x="74543" y="66261"/>
                </a:moveTo>
                <a:cubicBezTo>
                  <a:pt x="74543" y="61690"/>
                  <a:pt x="70832" y="57978"/>
                  <a:pt x="66261" y="57978"/>
                </a:cubicBezTo>
                <a:cubicBezTo>
                  <a:pt x="61690" y="57978"/>
                  <a:pt x="57978" y="61690"/>
                  <a:pt x="57978" y="66261"/>
                </a:cubicBezTo>
                <a:cubicBezTo>
                  <a:pt x="57978" y="70832"/>
                  <a:pt x="61690" y="74543"/>
                  <a:pt x="66261" y="74543"/>
                </a:cubicBezTo>
                <a:cubicBezTo>
                  <a:pt x="70832" y="74543"/>
                  <a:pt x="74543" y="70832"/>
                  <a:pt x="74543" y="6626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9783" y="6294783"/>
            <a:ext cx="52594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Guided onboarding, tooltips, feature highlights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66402" y="1064315"/>
            <a:ext cx="5690152" cy="2575891"/>
          </a:xfrm>
          <a:custGeom>
            <a:avLst/>
            <a:gdLst/>
            <a:ahLst/>
            <a:cxnLst/>
            <a:rect l="l" t="t" r="r" b="b"/>
            <a:pathLst>
              <a:path w="5690152" h="2575891">
                <a:moveTo>
                  <a:pt x="99404" y="0"/>
                </a:moveTo>
                <a:lnTo>
                  <a:pt x="5590749" y="0"/>
                </a:lnTo>
                <a:cubicBezTo>
                  <a:pt x="5645648" y="0"/>
                  <a:pt x="5690152" y="44505"/>
                  <a:pt x="5690152" y="99404"/>
                </a:cubicBezTo>
                <a:lnTo>
                  <a:pt x="5690152" y="2476488"/>
                </a:lnTo>
                <a:cubicBezTo>
                  <a:pt x="5690152" y="2531387"/>
                  <a:pt x="5645648" y="2575891"/>
                  <a:pt x="5590749" y="2575891"/>
                </a:cubicBezTo>
                <a:lnTo>
                  <a:pt x="99404" y="2575891"/>
                </a:lnTo>
                <a:cubicBezTo>
                  <a:pt x="44505" y="2575891"/>
                  <a:pt x="0" y="2531387"/>
                  <a:pt x="0" y="2476488"/>
                </a:cubicBezTo>
                <a:lnTo>
                  <a:pt x="0" y="99404"/>
                </a:lnTo>
                <a:cubicBezTo>
                  <a:pt x="0" y="44541"/>
                  <a:pt x="44541" y="0"/>
                  <a:pt x="9940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3065" y="1200978"/>
            <a:ext cx="549137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Feedback Summary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7207" y="1536424"/>
            <a:ext cx="5408543" cy="604630"/>
          </a:xfrm>
          <a:custGeom>
            <a:avLst/>
            <a:gdLst/>
            <a:ahLst/>
            <a:cxnLst/>
            <a:rect l="l" t="t" r="r" b="b"/>
            <a:pathLst>
              <a:path w="5408543" h="604630">
                <a:moveTo>
                  <a:pt x="66261" y="0"/>
                </a:moveTo>
                <a:lnTo>
                  <a:pt x="5342282" y="0"/>
                </a:lnTo>
                <a:cubicBezTo>
                  <a:pt x="5378853" y="0"/>
                  <a:pt x="5408543" y="29691"/>
                  <a:pt x="5408543" y="66261"/>
                </a:cubicBezTo>
                <a:lnTo>
                  <a:pt x="5408543" y="538369"/>
                </a:lnTo>
                <a:cubicBezTo>
                  <a:pt x="5408543" y="574964"/>
                  <a:pt x="5378877" y="604630"/>
                  <a:pt x="5342282" y="604630"/>
                </a:cubicBezTo>
                <a:lnTo>
                  <a:pt x="66261" y="604630"/>
                </a:lnTo>
                <a:cubicBezTo>
                  <a:pt x="29691" y="604630"/>
                  <a:pt x="0" y="574940"/>
                  <a:pt x="0" y="538369"/>
                </a:cubicBezTo>
                <a:lnTo>
                  <a:pt x="0" y="66261"/>
                </a:lnTo>
                <a:cubicBezTo>
                  <a:pt x="0" y="29666"/>
                  <a:pt x="29666" y="0"/>
                  <a:pt x="66261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7304" y="1673087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20707" y="41413"/>
                </a:moveTo>
                <a:cubicBezTo>
                  <a:pt x="25288" y="41413"/>
                  <a:pt x="28989" y="45114"/>
                  <a:pt x="28989" y="49696"/>
                </a:cubicBezTo>
                <a:lnTo>
                  <a:pt x="28989" y="115957"/>
                </a:lnTo>
                <a:cubicBezTo>
                  <a:pt x="28989" y="120538"/>
                  <a:pt x="25288" y="124239"/>
                  <a:pt x="20707" y="124239"/>
                </a:cubicBezTo>
                <a:lnTo>
                  <a:pt x="8283" y="124239"/>
                </a:lnTo>
                <a:cubicBezTo>
                  <a:pt x="3701" y="124239"/>
                  <a:pt x="0" y="120538"/>
                  <a:pt x="0" y="115957"/>
                </a:cubicBezTo>
                <a:lnTo>
                  <a:pt x="0" y="49696"/>
                </a:lnTo>
                <a:cubicBezTo>
                  <a:pt x="0" y="45114"/>
                  <a:pt x="3701" y="41413"/>
                  <a:pt x="8283" y="41413"/>
                </a:cubicBezTo>
                <a:lnTo>
                  <a:pt x="20707" y="41413"/>
                </a:lnTo>
                <a:close/>
                <a:moveTo>
                  <a:pt x="70040" y="4141"/>
                </a:moveTo>
                <a:cubicBezTo>
                  <a:pt x="77106" y="4141"/>
                  <a:pt x="82826" y="9861"/>
                  <a:pt x="82826" y="16928"/>
                </a:cubicBezTo>
                <a:lnTo>
                  <a:pt x="82826" y="18015"/>
                </a:lnTo>
                <a:cubicBezTo>
                  <a:pt x="82826" y="19775"/>
                  <a:pt x="82490" y="21535"/>
                  <a:pt x="81843" y="23165"/>
                </a:cubicBezTo>
                <a:lnTo>
                  <a:pt x="74543" y="41413"/>
                </a:lnTo>
                <a:lnTo>
                  <a:pt x="115957" y="41413"/>
                </a:lnTo>
                <a:cubicBezTo>
                  <a:pt x="122816" y="41413"/>
                  <a:pt x="128380" y="46978"/>
                  <a:pt x="128380" y="53837"/>
                </a:cubicBezTo>
                <a:cubicBezTo>
                  <a:pt x="128380" y="58936"/>
                  <a:pt x="125300" y="63310"/>
                  <a:pt x="120900" y="65226"/>
                </a:cubicBezTo>
                <a:cubicBezTo>
                  <a:pt x="125300" y="67141"/>
                  <a:pt x="128380" y="71515"/>
                  <a:pt x="128380" y="76614"/>
                </a:cubicBezTo>
                <a:cubicBezTo>
                  <a:pt x="128380" y="82671"/>
                  <a:pt x="124032" y="87718"/>
                  <a:pt x="118286" y="88805"/>
                </a:cubicBezTo>
                <a:cubicBezTo>
                  <a:pt x="119425" y="90695"/>
                  <a:pt x="120098" y="92895"/>
                  <a:pt x="120098" y="95250"/>
                </a:cubicBezTo>
                <a:cubicBezTo>
                  <a:pt x="120098" y="100996"/>
                  <a:pt x="116215" y="105810"/>
                  <a:pt x="110935" y="107234"/>
                </a:cubicBezTo>
                <a:cubicBezTo>
                  <a:pt x="111505" y="108657"/>
                  <a:pt x="111815" y="110210"/>
                  <a:pt x="111815" y="111815"/>
                </a:cubicBezTo>
                <a:cubicBezTo>
                  <a:pt x="111815" y="118674"/>
                  <a:pt x="106250" y="124239"/>
                  <a:pt x="99391" y="124239"/>
                </a:cubicBezTo>
                <a:lnTo>
                  <a:pt x="76640" y="124239"/>
                </a:lnTo>
                <a:cubicBezTo>
                  <a:pt x="67244" y="124239"/>
                  <a:pt x="58108" y="121030"/>
                  <a:pt x="50783" y="115154"/>
                </a:cubicBezTo>
                <a:lnTo>
                  <a:pt x="47625" y="112643"/>
                </a:lnTo>
                <a:cubicBezTo>
                  <a:pt x="43691" y="109512"/>
                  <a:pt x="41413" y="104749"/>
                  <a:pt x="41413" y="99702"/>
                </a:cubicBezTo>
                <a:lnTo>
                  <a:pt x="41413" y="51404"/>
                </a:lnTo>
                <a:cubicBezTo>
                  <a:pt x="41413" y="47547"/>
                  <a:pt x="42319" y="43743"/>
                  <a:pt x="44027" y="40300"/>
                </a:cubicBezTo>
                <a:lnTo>
                  <a:pt x="58574" y="11207"/>
                </a:lnTo>
                <a:cubicBezTo>
                  <a:pt x="60748" y="6885"/>
                  <a:pt x="65174" y="4141"/>
                  <a:pt x="70040" y="41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642652" y="1639957"/>
            <a:ext cx="72887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 Product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0739" y="1871870"/>
            <a:ext cx="52594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"Aligns well with our user-centric goals. Clean but functional."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7207" y="2215598"/>
            <a:ext cx="5408543" cy="604630"/>
          </a:xfrm>
          <a:custGeom>
            <a:avLst/>
            <a:gdLst/>
            <a:ahLst/>
            <a:cxnLst/>
            <a:rect l="l" t="t" r="r" b="b"/>
            <a:pathLst>
              <a:path w="5408543" h="604630">
                <a:moveTo>
                  <a:pt x="66261" y="0"/>
                </a:moveTo>
                <a:lnTo>
                  <a:pt x="5342282" y="0"/>
                </a:lnTo>
                <a:cubicBezTo>
                  <a:pt x="5378853" y="0"/>
                  <a:pt x="5408543" y="29691"/>
                  <a:pt x="5408543" y="66261"/>
                </a:cubicBezTo>
                <a:lnTo>
                  <a:pt x="5408543" y="538369"/>
                </a:lnTo>
                <a:cubicBezTo>
                  <a:pt x="5408543" y="574964"/>
                  <a:pt x="5378877" y="604630"/>
                  <a:pt x="5342282" y="604630"/>
                </a:cubicBezTo>
                <a:lnTo>
                  <a:pt x="66261" y="604630"/>
                </a:lnTo>
                <a:cubicBezTo>
                  <a:pt x="29691" y="604630"/>
                  <a:pt x="0" y="574940"/>
                  <a:pt x="0" y="538369"/>
                </a:cubicBezTo>
                <a:lnTo>
                  <a:pt x="0" y="66261"/>
                </a:lnTo>
                <a:cubicBezTo>
                  <a:pt x="0" y="29666"/>
                  <a:pt x="29666" y="0"/>
                  <a:pt x="66261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27304" y="2352261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20707" y="41413"/>
                </a:moveTo>
                <a:cubicBezTo>
                  <a:pt x="25288" y="41413"/>
                  <a:pt x="28989" y="45114"/>
                  <a:pt x="28989" y="49696"/>
                </a:cubicBezTo>
                <a:lnTo>
                  <a:pt x="28989" y="115957"/>
                </a:lnTo>
                <a:cubicBezTo>
                  <a:pt x="28989" y="120538"/>
                  <a:pt x="25288" y="124239"/>
                  <a:pt x="20707" y="124239"/>
                </a:cubicBezTo>
                <a:lnTo>
                  <a:pt x="8283" y="124239"/>
                </a:lnTo>
                <a:cubicBezTo>
                  <a:pt x="3701" y="124239"/>
                  <a:pt x="0" y="120538"/>
                  <a:pt x="0" y="115957"/>
                </a:cubicBezTo>
                <a:lnTo>
                  <a:pt x="0" y="49696"/>
                </a:lnTo>
                <a:cubicBezTo>
                  <a:pt x="0" y="45114"/>
                  <a:pt x="3701" y="41413"/>
                  <a:pt x="8283" y="41413"/>
                </a:cubicBezTo>
                <a:lnTo>
                  <a:pt x="20707" y="41413"/>
                </a:lnTo>
                <a:close/>
                <a:moveTo>
                  <a:pt x="70040" y="4141"/>
                </a:moveTo>
                <a:cubicBezTo>
                  <a:pt x="77106" y="4141"/>
                  <a:pt x="82826" y="9861"/>
                  <a:pt x="82826" y="16928"/>
                </a:cubicBezTo>
                <a:lnTo>
                  <a:pt x="82826" y="18015"/>
                </a:lnTo>
                <a:cubicBezTo>
                  <a:pt x="82826" y="19775"/>
                  <a:pt x="82490" y="21535"/>
                  <a:pt x="81843" y="23165"/>
                </a:cubicBezTo>
                <a:lnTo>
                  <a:pt x="74543" y="41413"/>
                </a:lnTo>
                <a:lnTo>
                  <a:pt x="115957" y="41413"/>
                </a:lnTo>
                <a:cubicBezTo>
                  <a:pt x="122816" y="41413"/>
                  <a:pt x="128380" y="46978"/>
                  <a:pt x="128380" y="53837"/>
                </a:cubicBezTo>
                <a:cubicBezTo>
                  <a:pt x="128380" y="58936"/>
                  <a:pt x="125300" y="63310"/>
                  <a:pt x="120900" y="65226"/>
                </a:cubicBezTo>
                <a:cubicBezTo>
                  <a:pt x="125300" y="67141"/>
                  <a:pt x="128380" y="71515"/>
                  <a:pt x="128380" y="76614"/>
                </a:cubicBezTo>
                <a:cubicBezTo>
                  <a:pt x="128380" y="82671"/>
                  <a:pt x="124032" y="87718"/>
                  <a:pt x="118286" y="88805"/>
                </a:cubicBezTo>
                <a:cubicBezTo>
                  <a:pt x="119425" y="90695"/>
                  <a:pt x="120098" y="92895"/>
                  <a:pt x="120098" y="95250"/>
                </a:cubicBezTo>
                <a:cubicBezTo>
                  <a:pt x="120098" y="100996"/>
                  <a:pt x="116215" y="105810"/>
                  <a:pt x="110935" y="107234"/>
                </a:cubicBezTo>
                <a:cubicBezTo>
                  <a:pt x="111505" y="108657"/>
                  <a:pt x="111815" y="110210"/>
                  <a:pt x="111815" y="111815"/>
                </a:cubicBezTo>
                <a:cubicBezTo>
                  <a:pt x="111815" y="118674"/>
                  <a:pt x="106250" y="124239"/>
                  <a:pt x="99391" y="124239"/>
                </a:cubicBezTo>
                <a:lnTo>
                  <a:pt x="76640" y="124239"/>
                </a:lnTo>
                <a:cubicBezTo>
                  <a:pt x="67244" y="124239"/>
                  <a:pt x="58108" y="121030"/>
                  <a:pt x="50783" y="115154"/>
                </a:cubicBezTo>
                <a:lnTo>
                  <a:pt x="47625" y="112643"/>
                </a:lnTo>
                <a:cubicBezTo>
                  <a:pt x="43691" y="109512"/>
                  <a:pt x="41413" y="104749"/>
                  <a:pt x="41413" y="99702"/>
                </a:cubicBezTo>
                <a:lnTo>
                  <a:pt x="41413" y="51404"/>
                </a:lnTo>
                <a:cubicBezTo>
                  <a:pt x="41413" y="47547"/>
                  <a:pt x="42319" y="43743"/>
                  <a:pt x="44027" y="40300"/>
                </a:cubicBezTo>
                <a:lnTo>
                  <a:pt x="58574" y="11207"/>
                </a:lnTo>
                <a:cubicBezTo>
                  <a:pt x="60748" y="6885"/>
                  <a:pt x="65174" y="4141"/>
                  <a:pt x="70040" y="41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642652" y="2319130"/>
            <a:ext cx="10767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Lead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0739" y="2551043"/>
            <a:ext cx="52594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"Feasible within timeline. Reuses existing components where possible."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07207" y="2894772"/>
            <a:ext cx="5408543" cy="604630"/>
          </a:xfrm>
          <a:custGeom>
            <a:avLst/>
            <a:gdLst/>
            <a:ahLst/>
            <a:cxnLst/>
            <a:rect l="l" t="t" r="r" b="b"/>
            <a:pathLst>
              <a:path w="5408543" h="604630">
                <a:moveTo>
                  <a:pt x="66261" y="0"/>
                </a:moveTo>
                <a:lnTo>
                  <a:pt x="5342282" y="0"/>
                </a:lnTo>
                <a:cubicBezTo>
                  <a:pt x="5378853" y="0"/>
                  <a:pt x="5408543" y="29691"/>
                  <a:pt x="5408543" y="66261"/>
                </a:cubicBezTo>
                <a:lnTo>
                  <a:pt x="5408543" y="538369"/>
                </a:lnTo>
                <a:cubicBezTo>
                  <a:pt x="5408543" y="574964"/>
                  <a:pt x="5378877" y="604630"/>
                  <a:pt x="5342282" y="604630"/>
                </a:cubicBezTo>
                <a:lnTo>
                  <a:pt x="66261" y="604630"/>
                </a:lnTo>
                <a:cubicBezTo>
                  <a:pt x="29691" y="604630"/>
                  <a:pt x="0" y="574940"/>
                  <a:pt x="0" y="538369"/>
                </a:cubicBezTo>
                <a:lnTo>
                  <a:pt x="0" y="66261"/>
                </a:lnTo>
                <a:cubicBezTo>
                  <a:pt x="0" y="29666"/>
                  <a:pt x="29666" y="0"/>
                  <a:pt x="66261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7304" y="3031435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20707" y="41413"/>
                </a:moveTo>
                <a:cubicBezTo>
                  <a:pt x="25288" y="41413"/>
                  <a:pt x="28989" y="45114"/>
                  <a:pt x="28989" y="49696"/>
                </a:cubicBezTo>
                <a:lnTo>
                  <a:pt x="28989" y="115957"/>
                </a:lnTo>
                <a:cubicBezTo>
                  <a:pt x="28989" y="120538"/>
                  <a:pt x="25288" y="124239"/>
                  <a:pt x="20707" y="124239"/>
                </a:cubicBezTo>
                <a:lnTo>
                  <a:pt x="8283" y="124239"/>
                </a:lnTo>
                <a:cubicBezTo>
                  <a:pt x="3701" y="124239"/>
                  <a:pt x="0" y="120538"/>
                  <a:pt x="0" y="115957"/>
                </a:cubicBezTo>
                <a:lnTo>
                  <a:pt x="0" y="49696"/>
                </a:lnTo>
                <a:cubicBezTo>
                  <a:pt x="0" y="45114"/>
                  <a:pt x="3701" y="41413"/>
                  <a:pt x="8283" y="41413"/>
                </a:cubicBezTo>
                <a:lnTo>
                  <a:pt x="20707" y="41413"/>
                </a:lnTo>
                <a:close/>
                <a:moveTo>
                  <a:pt x="70040" y="4141"/>
                </a:moveTo>
                <a:cubicBezTo>
                  <a:pt x="77106" y="4141"/>
                  <a:pt x="82826" y="9861"/>
                  <a:pt x="82826" y="16928"/>
                </a:cubicBezTo>
                <a:lnTo>
                  <a:pt x="82826" y="18015"/>
                </a:lnTo>
                <a:cubicBezTo>
                  <a:pt x="82826" y="19775"/>
                  <a:pt x="82490" y="21535"/>
                  <a:pt x="81843" y="23165"/>
                </a:cubicBezTo>
                <a:lnTo>
                  <a:pt x="74543" y="41413"/>
                </a:lnTo>
                <a:lnTo>
                  <a:pt x="115957" y="41413"/>
                </a:lnTo>
                <a:cubicBezTo>
                  <a:pt x="122816" y="41413"/>
                  <a:pt x="128380" y="46978"/>
                  <a:pt x="128380" y="53837"/>
                </a:cubicBezTo>
                <a:cubicBezTo>
                  <a:pt x="128380" y="58936"/>
                  <a:pt x="125300" y="63310"/>
                  <a:pt x="120900" y="65226"/>
                </a:cubicBezTo>
                <a:cubicBezTo>
                  <a:pt x="125300" y="67141"/>
                  <a:pt x="128380" y="71515"/>
                  <a:pt x="128380" y="76614"/>
                </a:cubicBezTo>
                <a:cubicBezTo>
                  <a:pt x="128380" y="82671"/>
                  <a:pt x="124032" y="87718"/>
                  <a:pt x="118286" y="88805"/>
                </a:cubicBezTo>
                <a:cubicBezTo>
                  <a:pt x="119425" y="90695"/>
                  <a:pt x="120098" y="92895"/>
                  <a:pt x="120098" y="95250"/>
                </a:cubicBezTo>
                <a:cubicBezTo>
                  <a:pt x="120098" y="100996"/>
                  <a:pt x="116215" y="105810"/>
                  <a:pt x="110935" y="107234"/>
                </a:cubicBezTo>
                <a:cubicBezTo>
                  <a:pt x="111505" y="108657"/>
                  <a:pt x="111815" y="110210"/>
                  <a:pt x="111815" y="111815"/>
                </a:cubicBezTo>
                <a:cubicBezTo>
                  <a:pt x="111815" y="118674"/>
                  <a:pt x="106250" y="124239"/>
                  <a:pt x="99391" y="124239"/>
                </a:cubicBezTo>
                <a:lnTo>
                  <a:pt x="76640" y="124239"/>
                </a:lnTo>
                <a:cubicBezTo>
                  <a:pt x="67244" y="124239"/>
                  <a:pt x="58108" y="121030"/>
                  <a:pt x="50783" y="115154"/>
                </a:cubicBezTo>
                <a:lnTo>
                  <a:pt x="47625" y="112643"/>
                </a:lnTo>
                <a:cubicBezTo>
                  <a:pt x="43691" y="109512"/>
                  <a:pt x="41413" y="104749"/>
                  <a:pt x="41413" y="99702"/>
                </a:cubicBezTo>
                <a:lnTo>
                  <a:pt x="41413" y="51404"/>
                </a:lnTo>
                <a:cubicBezTo>
                  <a:pt x="41413" y="47547"/>
                  <a:pt x="42319" y="43743"/>
                  <a:pt x="44027" y="40300"/>
                </a:cubicBezTo>
                <a:lnTo>
                  <a:pt x="58574" y="11207"/>
                </a:lnTo>
                <a:cubicBezTo>
                  <a:pt x="60748" y="6885"/>
                  <a:pt x="65174" y="4141"/>
                  <a:pt x="70040" y="4141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642652" y="2998304"/>
            <a:ext cx="836543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Team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10739" y="3230217"/>
            <a:ext cx="52594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"Strong visual hierarchy, good balance of whitespace."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66402" y="3781011"/>
            <a:ext cx="5690152" cy="2526196"/>
          </a:xfrm>
          <a:custGeom>
            <a:avLst/>
            <a:gdLst/>
            <a:ahLst/>
            <a:cxnLst/>
            <a:rect l="l" t="t" r="r" b="b"/>
            <a:pathLst>
              <a:path w="5690152" h="2526196">
                <a:moveTo>
                  <a:pt x="99381" y="0"/>
                </a:moveTo>
                <a:lnTo>
                  <a:pt x="5590772" y="0"/>
                </a:lnTo>
                <a:cubicBezTo>
                  <a:pt x="5645658" y="0"/>
                  <a:pt x="5690152" y="44494"/>
                  <a:pt x="5690152" y="99381"/>
                </a:cubicBezTo>
                <a:lnTo>
                  <a:pt x="5690152" y="2426815"/>
                </a:lnTo>
                <a:cubicBezTo>
                  <a:pt x="5690152" y="2481701"/>
                  <a:pt x="5645658" y="2526196"/>
                  <a:pt x="5590772" y="2526196"/>
                </a:cubicBezTo>
                <a:lnTo>
                  <a:pt x="99381" y="2526196"/>
                </a:lnTo>
                <a:cubicBezTo>
                  <a:pt x="44494" y="2526196"/>
                  <a:pt x="0" y="2481701"/>
                  <a:pt x="0" y="2426815"/>
                </a:cubicBezTo>
                <a:lnTo>
                  <a:pt x="0" y="99381"/>
                </a:lnTo>
                <a:cubicBezTo>
                  <a:pt x="0" y="44531"/>
                  <a:pt x="44531" y="0"/>
                  <a:pt x="9938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3065" y="3917674"/>
            <a:ext cx="549137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3065" y="4248978"/>
            <a:ext cx="5416826" cy="430696"/>
          </a:xfrm>
          <a:custGeom>
            <a:avLst/>
            <a:gdLst/>
            <a:ahLst/>
            <a:cxnLst/>
            <a:rect l="l" t="t" r="r" b="b"/>
            <a:pathLst>
              <a:path w="5416826" h="430696">
                <a:moveTo>
                  <a:pt x="66263" y="0"/>
                </a:moveTo>
                <a:lnTo>
                  <a:pt x="5350564" y="0"/>
                </a:lnTo>
                <a:cubicBezTo>
                  <a:pt x="5387159" y="0"/>
                  <a:pt x="5416826" y="29667"/>
                  <a:pt x="5416826" y="66263"/>
                </a:cubicBezTo>
                <a:lnTo>
                  <a:pt x="5416826" y="364433"/>
                </a:lnTo>
                <a:cubicBezTo>
                  <a:pt x="5416826" y="401029"/>
                  <a:pt x="5387159" y="430696"/>
                  <a:pt x="5350564" y="430696"/>
                </a:cubicBezTo>
                <a:lnTo>
                  <a:pt x="66263" y="430696"/>
                </a:lnTo>
                <a:cubicBezTo>
                  <a:pt x="29691" y="430696"/>
                  <a:pt x="0" y="401004"/>
                  <a:pt x="0" y="364433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19022" y="4398065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0" y="66261"/>
                </a:moveTo>
                <a:cubicBezTo>
                  <a:pt x="0" y="29691"/>
                  <a:pt x="29691" y="0"/>
                  <a:pt x="66261" y="0"/>
                </a:cubicBezTo>
                <a:cubicBezTo>
                  <a:pt x="102831" y="0"/>
                  <a:pt x="132522" y="29691"/>
                  <a:pt x="132522" y="66261"/>
                </a:cubicBezTo>
                <a:cubicBezTo>
                  <a:pt x="132522" y="102831"/>
                  <a:pt x="102831" y="132522"/>
                  <a:pt x="66261" y="132522"/>
                </a:cubicBezTo>
                <a:cubicBezTo>
                  <a:pt x="29691" y="132522"/>
                  <a:pt x="0" y="102831"/>
                  <a:pt x="0" y="66261"/>
                </a:cubicBezTo>
                <a:close/>
                <a:moveTo>
                  <a:pt x="74543" y="24848"/>
                </a:moveTo>
                <a:cubicBezTo>
                  <a:pt x="74543" y="20277"/>
                  <a:pt x="70832" y="16565"/>
                  <a:pt x="66261" y="16565"/>
                </a:cubicBezTo>
                <a:cubicBezTo>
                  <a:pt x="61690" y="16565"/>
                  <a:pt x="57978" y="20277"/>
                  <a:pt x="57978" y="24848"/>
                </a:cubicBezTo>
                <a:cubicBezTo>
                  <a:pt x="57978" y="29419"/>
                  <a:pt x="61690" y="33130"/>
                  <a:pt x="66261" y="33130"/>
                </a:cubicBezTo>
                <a:cubicBezTo>
                  <a:pt x="70832" y="33130"/>
                  <a:pt x="74543" y="29419"/>
                  <a:pt x="74543" y="24848"/>
                </a:cubicBezTo>
                <a:close/>
                <a:moveTo>
                  <a:pt x="66261" y="107674"/>
                </a:moveTo>
                <a:cubicBezTo>
                  <a:pt x="75398" y="107674"/>
                  <a:pt x="82826" y="100245"/>
                  <a:pt x="82826" y="91109"/>
                </a:cubicBezTo>
                <a:cubicBezTo>
                  <a:pt x="82826" y="86916"/>
                  <a:pt x="81273" y="83059"/>
                  <a:pt x="78685" y="80160"/>
                </a:cubicBezTo>
                <a:lnTo>
                  <a:pt x="96674" y="44208"/>
                </a:lnTo>
                <a:cubicBezTo>
                  <a:pt x="98201" y="41128"/>
                  <a:pt x="96958" y="37401"/>
                  <a:pt x="93904" y="35874"/>
                </a:cubicBezTo>
                <a:cubicBezTo>
                  <a:pt x="90850" y="34347"/>
                  <a:pt x="87097" y="35589"/>
                  <a:pt x="85570" y="38644"/>
                </a:cubicBezTo>
                <a:lnTo>
                  <a:pt x="67581" y="74595"/>
                </a:lnTo>
                <a:cubicBezTo>
                  <a:pt x="67141" y="74569"/>
                  <a:pt x="66701" y="74543"/>
                  <a:pt x="66261" y="74543"/>
                </a:cubicBezTo>
                <a:cubicBezTo>
                  <a:pt x="57124" y="74543"/>
                  <a:pt x="49696" y="81972"/>
                  <a:pt x="49696" y="91109"/>
                </a:cubicBezTo>
                <a:cubicBezTo>
                  <a:pt x="49696" y="100245"/>
                  <a:pt x="57124" y="107674"/>
                  <a:pt x="66261" y="107674"/>
                </a:cubicBezTo>
                <a:close/>
                <a:moveTo>
                  <a:pt x="45554" y="37272"/>
                </a:moveTo>
                <a:cubicBezTo>
                  <a:pt x="45554" y="32700"/>
                  <a:pt x="41843" y="28989"/>
                  <a:pt x="37272" y="28989"/>
                </a:cubicBezTo>
                <a:cubicBezTo>
                  <a:pt x="32700" y="28989"/>
                  <a:pt x="28989" y="32700"/>
                  <a:pt x="28989" y="37272"/>
                </a:cubicBezTo>
                <a:cubicBezTo>
                  <a:pt x="28989" y="41843"/>
                  <a:pt x="32700" y="45554"/>
                  <a:pt x="37272" y="45554"/>
                </a:cubicBezTo>
                <a:cubicBezTo>
                  <a:pt x="41843" y="45554"/>
                  <a:pt x="45554" y="41843"/>
                  <a:pt x="45554" y="37272"/>
                </a:cubicBezTo>
                <a:close/>
                <a:moveTo>
                  <a:pt x="24848" y="74543"/>
                </a:moveTo>
                <a:cubicBezTo>
                  <a:pt x="29419" y="74543"/>
                  <a:pt x="33130" y="70832"/>
                  <a:pt x="33130" y="66261"/>
                </a:cubicBezTo>
                <a:cubicBezTo>
                  <a:pt x="33130" y="61690"/>
                  <a:pt x="29419" y="57978"/>
                  <a:pt x="24848" y="57978"/>
                </a:cubicBezTo>
                <a:cubicBezTo>
                  <a:pt x="20277" y="57978"/>
                  <a:pt x="16565" y="61690"/>
                  <a:pt x="16565" y="66261"/>
                </a:cubicBezTo>
                <a:cubicBezTo>
                  <a:pt x="16565" y="70832"/>
                  <a:pt x="20277" y="74543"/>
                  <a:pt x="24848" y="74543"/>
                </a:cubicBezTo>
                <a:close/>
                <a:moveTo>
                  <a:pt x="115957" y="66261"/>
                </a:moveTo>
                <a:cubicBezTo>
                  <a:pt x="115957" y="61690"/>
                  <a:pt x="112245" y="57978"/>
                  <a:pt x="107674" y="57978"/>
                </a:cubicBezTo>
                <a:cubicBezTo>
                  <a:pt x="103103" y="57978"/>
                  <a:pt x="99391" y="61690"/>
                  <a:pt x="99391" y="66261"/>
                </a:cubicBezTo>
                <a:cubicBezTo>
                  <a:pt x="99391" y="70832"/>
                  <a:pt x="103103" y="74543"/>
                  <a:pt x="107674" y="74543"/>
                </a:cubicBezTo>
                <a:cubicBezTo>
                  <a:pt x="112245" y="74543"/>
                  <a:pt x="115957" y="70832"/>
                  <a:pt x="115957" y="6626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8" name="Text 46"/>
          <p:cNvSpPr/>
          <p:nvPr/>
        </p:nvSpPr>
        <p:spPr>
          <a:xfrm>
            <a:off x="6667500" y="4364935"/>
            <a:ext cx="1374913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Completion Time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59818" y="4348370"/>
            <a:ext cx="438978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-40%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3065" y="4745935"/>
            <a:ext cx="5416826" cy="430696"/>
          </a:xfrm>
          <a:custGeom>
            <a:avLst/>
            <a:gdLst/>
            <a:ahLst/>
            <a:cxnLst/>
            <a:rect l="l" t="t" r="r" b="b"/>
            <a:pathLst>
              <a:path w="5416826" h="430696">
                <a:moveTo>
                  <a:pt x="66263" y="0"/>
                </a:moveTo>
                <a:lnTo>
                  <a:pt x="5350564" y="0"/>
                </a:lnTo>
                <a:cubicBezTo>
                  <a:pt x="5387159" y="0"/>
                  <a:pt x="5416826" y="29667"/>
                  <a:pt x="5416826" y="66263"/>
                </a:cubicBezTo>
                <a:lnTo>
                  <a:pt x="5416826" y="364433"/>
                </a:lnTo>
                <a:cubicBezTo>
                  <a:pt x="5416826" y="401029"/>
                  <a:pt x="5387159" y="430696"/>
                  <a:pt x="5350564" y="430696"/>
                </a:cubicBezTo>
                <a:lnTo>
                  <a:pt x="66263" y="430696"/>
                </a:lnTo>
                <a:cubicBezTo>
                  <a:pt x="29691" y="430696"/>
                  <a:pt x="0" y="401004"/>
                  <a:pt x="0" y="364433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19022" y="4895022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32522"/>
                </a:moveTo>
                <a:cubicBezTo>
                  <a:pt x="102831" y="132522"/>
                  <a:pt x="132522" y="102831"/>
                  <a:pt x="132522" y="66261"/>
                </a:cubicBezTo>
                <a:cubicBezTo>
                  <a:pt x="132522" y="29691"/>
                  <a:pt x="102831" y="0"/>
                  <a:pt x="66261" y="0"/>
                </a:cubicBezTo>
                <a:cubicBezTo>
                  <a:pt x="29691" y="0"/>
                  <a:pt x="0" y="29691"/>
                  <a:pt x="0" y="66261"/>
                </a:cubicBezTo>
                <a:cubicBezTo>
                  <a:pt x="0" y="102831"/>
                  <a:pt x="29691" y="132522"/>
                  <a:pt x="66261" y="132522"/>
                </a:cubicBezTo>
                <a:close/>
                <a:moveTo>
                  <a:pt x="42811" y="83318"/>
                </a:moveTo>
                <a:cubicBezTo>
                  <a:pt x="48091" y="90565"/>
                  <a:pt x="56632" y="95250"/>
                  <a:pt x="66261" y="95250"/>
                </a:cubicBezTo>
                <a:cubicBezTo>
                  <a:pt x="75889" y="95250"/>
                  <a:pt x="84431" y="90565"/>
                  <a:pt x="89711" y="83318"/>
                </a:cubicBezTo>
                <a:cubicBezTo>
                  <a:pt x="91730" y="80548"/>
                  <a:pt x="95612" y="79927"/>
                  <a:pt x="98382" y="81946"/>
                </a:cubicBezTo>
                <a:cubicBezTo>
                  <a:pt x="101151" y="83965"/>
                  <a:pt x="101773" y="87847"/>
                  <a:pt x="99754" y="90617"/>
                </a:cubicBezTo>
                <a:cubicBezTo>
                  <a:pt x="92222" y="100944"/>
                  <a:pt x="80031" y="107674"/>
                  <a:pt x="66261" y="107674"/>
                </a:cubicBezTo>
                <a:cubicBezTo>
                  <a:pt x="52491" y="107674"/>
                  <a:pt x="40300" y="100944"/>
                  <a:pt x="32768" y="90617"/>
                </a:cubicBezTo>
                <a:cubicBezTo>
                  <a:pt x="30749" y="87847"/>
                  <a:pt x="31370" y="83965"/>
                  <a:pt x="34140" y="81946"/>
                </a:cubicBezTo>
                <a:cubicBezTo>
                  <a:pt x="36909" y="79927"/>
                  <a:pt x="40792" y="80548"/>
                  <a:pt x="42811" y="83318"/>
                </a:cubicBezTo>
                <a:close/>
                <a:moveTo>
                  <a:pt x="37272" y="53837"/>
                </a:moveTo>
                <a:cubicBezTo>
                  <a:pt x="37272" y="49266"/>
                  <a:pt x="40983" y="45554"/>
                  <a:pt x="45554" y="45554"/>
                </a:cubicBezTo>
                <a:cubicBezTo>
                  <a:pt x="50126" y="45554"/>
                  <a:pt x="53837" y="49266"/>
                  <a:pt x="53837" y="53837"/>
                </a:cubicBezTo>
                <a:cubicBezTo>
                  <a:pt x="53837" y="58408"/>
                  <a:pt x="50126" y="62120"/>
                  <a:pt x="45554" y="62120"/>
                </a:cubicBezTo>
                <a:cubicBezTo>
                  <a:pt x="40983" y="62120"/>
                  <a:pt x="37272" y="58408"/>
                  <a:pt x="37272" y="53837"/>
                </a:cubicBezTo>
                <a:close/>
                <a:moveTo>
                  <a:pt x="86967" y="45554"/>
                </a:moveTo>
                <a:cubicBezTo>
                  <a:pt x="91539" y="45554"/>
                  <a:pt x="95250" y="49266"/>
                  <a:pt x="95250" y="53837"/>
                </a:cubicBezTo>
                <a:cubicBezTo>
                  <a:pt x="95250" y="58408"/>
                  <a:pt x="91539" y="62120"/>
                  <a:pt x="86967" y="62120"/>
                </a:cubicBezTo>
                <a:cubicBezTo>
                  <a:pt x="82396" y="62120"/>
                  <a:pt x="78685" y="58408"/>
                  <a:pt x="78685" y="53837"/>
                </a:cubicBezTo>
                <a:cubicBezTo>
                  <a:pt x="78685" y="49266"/>
                  <a:pt x="82396" y="45554"/>
                  <a:pt x="86967" y="4555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2" name="Text 50"/>
          <p:cNvSpPr/>
          <p:nvPr/>
        </p:nvSpPr>
        <p:spPr>
          <a:xfrm>
            <a:off x="6667500" y="4861891"/>
            <a:ext cx="106845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93675" y="4845326"/>
            <a:ext cx="704022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3.4 → 4.5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03065" y="5242891"/>
            <a:ext cx="5416826" cy="430696"/>
          </a:xfrm>
          <a:custGeom>
            <a:avLst/>
            <a:gdLst/>
            <a:ahLst/>
            <a:cxnLst/>
            <a:rect l="l" t="t" r="r" b="b"/>
            <a:pathLst>
              <a:path w="5416826" h="430696">
                <a:moveTo>
                  <a:pt x="66263" y="0"/>
                </a:moveTo>
                <a:lnTo>
                  <a:pt x="5350564" y="0"/>
                </a:lnTo>
                <a:cubicBezTo>
                  <a:pt x="5387159" y="0"/>
                  <a:pt x="5416826" y="29667"/>
                  <a:pt x="5416826" y="66263"/>
                </a:cubicBezTo>
                <a:lnTo>
                  <a:pt x="5416826" y="364433"/>
                </a:lnTo>
                <a:cubicBezTo>
                  <a:pt x="5416826" y="401029"/>
                  <a:pt x="5387159" y="430696"/>
                  <a:pt x="5350564" y="430696"/>
                </a:cubicBezTo>
                <a:lnTo>
                  <a:pt x="66263" y="430696"/>
                </a:lnTo>
                <a:cubicBezTo>
                  <a:pt x="29691" y="430696"/>
                  <a:pt x="0" y="401004"/>
                  <a:pt x="0" y="364433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27304" y="5391978"/>
            <a:ext cx="115957" cy="132522"/>
          </a:xfrm>
          <a:custGeom>
            <a:avLst/>
            <a:gdLst/>
            <a:ahLst/>
            <a:cxnLst/>
            <a:rect l="l" t="t" r="r" b="b"/>
            <a:pathLst>
              <a:path w="115957" h="132522">
                <a:moveTo>
                  <a:pt x="20008" y="647"/>
                </a:moveTo>
                <a:cubicBezTo>
                  <a:pt x="22104" y="-414"/>
                  <a:pt x="24641" y="-181"/>
                  <a:pt x="26504" y="1242"/>
                </a:cubicBezTo>
                <a:lnTo>
                  <a:pt x="109330" y="63336"/>
                </a:lnTo>
                <a:cubicBezTo>
                  <a:pt x="111479" y="64941"/>
                  <a:pt x="112333" y="67736"/>
                  <a:pt x="111505" y="70273"/>
                </a:cubicBezTo>
                <a:cubicBezTo>
                  <a:pt x="110676" y="72809"/>
                  <a:pt x="108295" y="74518"/>
                  <a:pt x="105603" y="74518"/>
                </a:cubicBezTo>
                <a:lnTo>
                  <a:pt x="66183" y="74518"/>
                </a:lnTo>
                <a:lnTo>
                  <a:pt x="89193" y="120512"/>
                </a:lnTo>
                <a:cubicBezTo>
                  <a:pt x="91238" y="124601"/>
                  <a:pt x="89582" y="129571"/>
                  <a:pt x="85492" y="131616"/>
                </a:cubicBezTo>
                <a:cubicBezTo>
                  <a:pt x="81403" y="133661"/>
                  <a:pt x="76433" y="132004"/>
                  <a:pt x="74388" y="127915"/>
                </a:cubicBezTo>
                <a:lnTo>
                  <a:pt x="51378" y="81920"/>
                </a:lnTo>
                <a:lnTo>
                  <a:pt x="27747" y="113446"/>
                </a:lnTo>
                <a:cubicBezTo>
                  <a:pt x="26142" y="115594"/>
                  <a:pt x="23347" y="116448"/>
                  <a:pt x="20810" y="115620"/>
                </a:cubicBezTo>
                <a:cubicBezTo>
                  <a:pt x="18274" y="114792"/>
                  <a:pt x="16565" y="112411"/>
                  <a:pt x="16565" y="109745"/>
                </a:cubicBezTo>
                <a:lnTo>
                  <a:pt x="16565" y="6212"/>
                </a:lnTo>
                <a:cubicBezTo>
                  <a:pt x="16565" y="3857"/>
                  <a:pt x="17885" y="1708"/>
                  <a:pt x="20008" y="647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6" name="Text 54"/>
          <p:cNvSpPr/>
          <p:nvPr/>
        </p:nvSpPr>
        <p:spPr>
          <a:xfrm>
            <a:off x="6667500" y="5358848"/>
            <a:ext cx="10767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Adoption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47136" y="5342283"/>
            <a:ext cx="44726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+25%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3065" y="5739848"/>
            <a:ext cx="5416826" cy="430696"/>
          </a:xfrm>
          <a:custGeom>
            <a:avLst/>
            <a:gdLst/>
            <a:ahLst/>
            <a:cxnLst/>
            <a:rect l="l" t="t" r="r" b="b"/>
            <a:pathLst>
              <a:path w="5416826" h="430696">
                <a:moveTo>
                  <a:pt x="66263" y="0"/>
                </a:moveTo>
                <a:lnTo>
                  <a:pt x="5350564" y="0"/>
                </a:lnTo>
                <a:cubicBezTo>
                  <a:pt x="5387159" y="0"/>
                  <a:pt x="5416826" y="29667"/>
                  <a:pt x="5416826" y="66263"/>
                </a:cubicBezTo>
                <a:lnTo>
                  <a:pt x="5416826" y="364433"/>
                </a:lnTo>
                <a:cubicBezTo>
                  <a:pt x="5416826" y="401029"/>
                  <a:pt x="5387159" y="430696"/>
                  <a:pt x="5350564" y="430696"/>
                </a:cubicBezTo>
                <a:lnTo>
                  <a:pt x="66263" y="430696"/>
                </a:lnTo>
                <a:cubicBezTo>
                  <a:pt x="29691" y="430696"/>
                  <a:pt x="0" y="401004"/>
                  <a:pt x="0" y="364433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19022" y="5888935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113032" y="19335"/>
                </a:moveTo>
                <a:lnTo>
                  <a:pt x="115957" y="22104"/>
                </a:lnTo>
                <a:lnTo>
                  <a:pt x="115957" y="8283"/>
                </a:lnTo>
                <a:cubicBezTo>
                  <a:pt x="115957" y="3701"/>
                  <a:pt x="119658" y="0"/>
                  <a:pt x="124239" y="0"/>
                </a:cubicBezTo>
                <a:cubicBezTo>
                  <a:pt x="128820" y="0"/>
                  <a:pt x="132522" y="3701"/>
                  <a:pt x="132522" y="8283"/>
                </a:cubicBezTo>
                <a:lnTo>
                  <a:pt x="132522" y="41413"/>
                </a:lnTo>
                <a:cubicBezTo>
                  <a:pt x="132522" y="45994"/>
                  <a:pt x="128820" y="49696"/>
                  <a:pt x="124239" y="49696"/>
                </a:cubicBezTo>
                <a:lnTo>
                  <a:pt x="91109" y="49696"/>
                </a:lnTo>
                <a:cubicBezTo>
                  <a:pt x="86527" y="49696"/>
                  <a:pt x="82826" y="45994"/>
                  <a:pt x="82826" y="41413"/>
                </a:cubicBezTo>
                <a:cubicBezTo>
                  <a:pt x="82826" y="36832"/>
                  <a:pt x="86527" y="33130"/>
                  <a:pt x="91109" y="33130"/>
                </a:cubicBezTo>
                <a:lnTo>
                  <a:pt x="103507" y="33130"/>
                </a:lnTo>
                <a:lnTo>
                  <a:pt x="101540" y="31267"/>
                </a:lnTo>
                <a:cubicBezTo>
                  <a:pt x="101488" y="31215"/>
                  <a:pt x="101436" y="31163"/>
                  <a:pt x="101384" y="31112"/>
                </a:cubicBezTo>
                <a:cubicBezTo>
                  <a:pt x="81972" y="11699"/>
                  <a:pt x="50524" y="11699"/>
                  <a:pt x="31112" y="31112"/>
                </a:cubicBezTo>
                <a:cubicBezTo>
                  <a:pt x="11699" y="50524"/>
                  <a:pt x="11699" y="81972"/>
                  <a:pt x="31112" y="101384"/>
                </a:cubicBezTo>
                <a:cubicBezTo>
                  <a:pt x="50524" y="120797"/>
                  <a:pt x="81972" y="120797"/>
                  <a:pt x="101384" y="101384"/>
                </a:cubicBezTo>
                <a:cubicBezTo>
                  <a:pt x="103507" y="99262"/>
                  <a:pt x="105396" y="97010"/>
                  <a:pt x="107053" y="94629"/>
                </a:cubicBezTo>
                <a:cubicBezTo>
                  <a:pt x="109667" y="90876"/>
                  <a:pt x="114844" y="89970"/>
                  <a:pt x="118597" y="92584"/>
                </a:cubicBezTo>
                <a:cubicBezTo>
                  <a:pt x="122350" y="95198"/>
                  <a:pt x="123256" y="100375"/>
                  <a:pt x="120641" y="104128"/>
                </a:cubicBezTo>
                <a:cubicBezTo>
                  <a:pt x="118441" y="107286"/>
                  <a:pt x="115931" y="110288"/>
                  <a:pt x="113109" y="113109"/>
                </a:cubicBezTo>
                <a:cubicBezTo>
                  <a:pt x="87226" y="138993"/>
                  <a:pt x="45270" y="138993"/>
                  <a:pt x="19412" y="113109"/>
                </a:cubicBezTo>
                <a:cubicBezTo>
                  <a:pt x="-6445" y="87226"/>
                  <a:pt x="-6471" y="45296"/>
                  <a:pt x="19412" y="19412"/>
                </a:cubicBezTo>
                <a:cubicBezTo>
                  <a:pt x="45270" y="-6445"/>
                  <a:pt x="87149" y="-6471"/>
                  <a:pt x="113032" y="1933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0" name="Text 58"/>
          <p:cNvSpPr/>
          <p:nvPr/>
        </p:nvSpPr>
        <p:spPr>
          <a:xfrm>
            <a:off x="6667500" y="5855804"/>
            <a:ext cx="81169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Visits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36588" y="5839239"/>
            <a:ext cx="455543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+30%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6402" y="6448011"/>
            <a:ext cx="5690152" cy="405848"/>
          </a:xfrm>
          <a:custGeom>
            <a:avLst/>
            <a:gdLst/>
            <a:ahLst/>
            <a:cxnLst/>
            <a:rect l="l" t="t" r="r" b="b"/>
            <a:pathLst>
              <a:path w="5690152" h="405848">
                <a:moveTo>
                  <a:pt x="99392" y="0"/>
                </a:moveTo>
                <a:lnTo>
                  <a:pt x="5590760" y="0"/>
                </a:lnTo>
                <a:cubicBezTo>
                  <a:pt x="5645653" y="0"/>
                  <a:pt x="5690152" y="44499"/>
                  <a:pt x="5690152" y="99392"/>
                </a:cubicBezTo>
                <a:lnTo>
                  <a:pt x="5690152" y="306456"/>
                </a:lnTo>
                <a:cubicBezTo>
                  <a:pt x="5690152" y="361348"/>
                  <a:pt x="5645653" y="405848"/>
                  <a:pt x="5590760" y="405848"/>
                </a:cubicBezTo>
                <a:lnTo>
                  <a:pt x="99392" y="405848"/>
                </a:lnTo>
                <a:cubicBezTo>
                  <a:pt x="44499" y="405848"/>
                  <a:pt x="0" y="361348"/>
                  <a:pt x="0" y="306456"/>
                </a:cubicBezTo>
                <a:lnTo>
                  <a:pt x="0" y="99392"/>
                </a:lnTo>
                <a:cubicBezTo>
                  <a:pt x="0" y="44536"/>
                  <a:pt x="44536" y="0"/>
                  <a:pt x="99392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9935" y="6551543"/>
            <a:ext cx="1540565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Approval Meeting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878754" y="6551543"/>
            <a:ext cx="94421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3, 2:00 PM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PLANNING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9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Timeline &amp; Resource Allocation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003" y="1129540"/>
            <a:ext cx="11479994" cy="1626186"/>
          </a:xfrm>
          <a:custGeom>
            <a:avLst/>
            <a:gdLst/>
            <a:ahLst/>
            <a:cxnLst/>
            <a:rect l="l" t="t" r="r" b="b"/>
            <a:pathLst>
              <a:path w="11479994" h="1626186">
                <a:moveTo>
                  <a:pt x="105474" y="0"/>
                </a:moveTo>
                <a:lnTo>
                  <a:pt x="11374520" y="0"/>
                </a:lnTo>
                <a:cubicBezTo>
                  <a:pt x="11432772" y="0"/>
                  <a:pt x="11479994" y="47223"/>
                  <a:pt x="11479994" y="105474"/>
                </a:cubicBezTo>
                <a:lnTo>
                  <a:pt x="11479994" y="1520712"/>
                </a:lnTo>
                <a:cubicBezTo>
                  <a:pt x="11479994" y="1578964"/>
                  <a:pt x="11432772" y="1626186"/>
                  <a:pt x="11374520" y="1626186"/>
                </a:cubicBezTo>
                <a:lnTo>
                  <a:pt x="105474" y="1626186"/>
                </a:lnTo>
                <a:cubicBezTo>
                  <a:pt x="47223" y="1626186"/>
                  <a:pt x="0" y="1578964"/>
                  <a:pt x="0" y="1520712"/>
                </a:cubicBezTo>
                <a:lnTo>
                  <a:pt x="0" y="105474"/>
                </a:lnTo>
                <a:cubicBezTo>
                  <a:pt x="0" y="47223"/>
                  <a:pt x="47223" y="0"/>
                  <a:pt x="10547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1041" y="1274578"/>
            <a:ext cx="1127782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Roadmap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1041" y="1942633"/>
            <a:ext cx="11189918" cy="35161"/>
          </a:xfrm>
          <a:custGeom>
            <a:avLst/>
            <a:gdLst/>
            <a:ahLst/>
            <a:cxnLst/>
            <a:rect l="l" t="t" r="r" b="b"/>
            <a:pathLst>
              <a:path w="11189918" h="35161">
                <a:moveTo>
                  <a:pt x="0" y="0"/>
                </a:moveTo>
                <a:lnTo>
                  <a:pt x="11189918" y="0"/>
                </a:lnTo>
                <a:lnTo>
                  <a:pt x="11189918" y="35161"/>
                </a:lnTo>
                <a:lnTo>
                  <a:pt x="0" y="35161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0275" y="2153598"/>
            <a:ext cx="186352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4671" y="2329402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 24-Apr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4671" y="2470045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46433" y="2153598"/>
            <a:ext cx="186352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50828" y="2329402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7-May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50828" y="2470045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22658" y="2153598"/>
            <a:ext cx="186352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Testing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27054" y="2329402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5-9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27054" y="2470045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8884" y="2153598"/>
            <a:ext cx="186352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03279" y="2329402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12-13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03279" y="2470045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75110" y="2153598"/>
            <a:ext cx="186352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79505" y="2329402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15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79505" y="2470045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51336" y="2153598"/>
            <a:ext cx="186352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55731" y="2329402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16-30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55731" y="2470045"/>
            <a:ext cx="185473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1" dirty="0">
                <a:solidFill>
                  <a:srgbClr val="E8E9E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6003" y="2905159"/>
            <a:ext cx="5660885" cy="3946797"/>
          </a:xfrm>
          <a:custGeom>
            <a:avLst/>
            <a:gdLst/>
            <a:ahLst/>
            <a:cxnLst/>
            <a:rect l="l" t="t" r="r" b="b"/>
            <a:pathLst>
              <a:path w="5660885" h="3946797">
                <a:moveTo>
                  <a:pt x="105498" y="0"/>
                </a:moveTo>
                <a:lnTo>
                  <a:pt x="5555387" y="0"/>
                </a:lnTo>
                <a:cubicBezTo>
                  <a:pt x="5613652" y="0"/>
                  <a:pt x="5660885" y="47233"/>
                  <a:pt x="5660885" y="105498"/>
                </a:cubicBezTo>
                <a:lnTo>
                  <a:pt x="5660885" y="3841300"/>
                </a:lnTo>
                <a:cubicBezTo>
                  <a:pt x="5660885" y="3899564"/>
                  <a:pt x="5613652" y="3946797"/>
                  <a:pt x="5555387" y="3946797"/>
                </a:cubicBezTo>
                <a:lnTo>
                  <a:pt x="105498" y="3946797"/>
                </a:lnTo>
                <a:cubicBezTo>
                  <a:pt x="47233" y="3946797"/>
                  <a:pt x="0" y="3899564"/>
                  <a:pt x="0" y="3841300"/>
                </a:cubicBezTo>
                <a:lnTo>
                  <a:pt x="0" y="105498"/>
                </a:lnTo>
                <a:cubicBezTo>
                  <a:pt x="0" y="47272"/>
                  <a:pt x="47272" y="0"/>
                  <a:pt x="10549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41" y="3050198"/>
            <a:ext cx="544992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Allocation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1041" y="3401805"/>
            <a:ext cx="5370809" cy="773537"/>
          </a:xfrm>
          <a:custGeom>
            <a:avLst/>
            <a:gdLst/>
            <a:ahLst/>
            <a:cxnLst/>
            <a:rect l="l" t="t" r="r" b="b"/>
            <a:pathLst>
              <a:path w="5370809" h="773537">
                <a:moveTo>
                  <a:pt x="70322" y="0"/>
                </a:moveTo>
                <a:lnTo>
                  <a:pt x="5300487" y="0"/>
                </a:lnTo>
                <a:cubicBezTo>
                  <a:pt x="5339325" y="0"/>
                  <a:pt x="5370809" y="31484"/>
                  <a:pt x="5370809" y="70322"/>
                </a:cubicBezTo>
                <a:lnTo>
                  <a:pt x="5370809" y="703215"/>
                </a:lnTo>
                <a:cubicBezTo>
                  <a:pt x="5370809" y="742053"/>
                  <a:pt x="5339325" y="773537"/>
                  <a:pt x="5300487" y="773537"/>
                </a:cubicBezTo>
                <a:lnTo>
                  <a:pt x="70322" y="773537"/>
                </a:lnTo>
                <a:cubicBezTo>
                  <a:pt x="31510" y="773537"/>
                  <a:pt x="0" y="742027"/>
                  <a:pt x="0" y="703215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06523" y="3507288"/>
            <a:ext cx="128336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Engineers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1876" y="3507288"/>
            <a:ext cx="43072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FTE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6523" y="3788574"/>
            <a:ext cx="5159844" cy="70322"/>
          </a:xfrm>
          <a:custGeom>
            <a:avLst/>
            <a:gdLst/>
            <a:ahLst/>
            <a:cxnLst/>
            <a:rect l="l" t="t" r="r" b="b"/>
            <a:pathLst>
              <a:path w="5159844" h="70322">
                <a:moveTo>
                  <a:pt x="35161" y="0"/>
                </a:moveTo>
                <a:lnTo>
                  <a:pt x="5124683" y="0"/>
                </a:lnTo>
                <a:cubicBezTo>
                  <a:pt x="5144102" y="0"/>
                  <a:pt x="5159844" y="15742"/>
                  <a:pt x="5159844" y="35161"/>
                </a:cubicBezTo>
                <a:lnTo>
                  <a:pt x="5159844" y="35161"/>
                </a:lnTo>
                <a:cubicBezTo>
                  <a:pt x="5159844" y="54580"/>
                  <a:pt x="5144102" y="70322"/>
                  <a:pt x="5124683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6523" y="3788574"/>
            <a:ext cx="3410596" cy="70322"/>
          </a:xfrm>
          <a:custGeom>
            <a:avLst/>
            <a:gdLst/>
            <a:ahLst/>
            <a:cxnLst/>
            <a:rect l="l" t="t" r="r" b="b"/>
            <a:pathLst>
              <a:path w="3410596" h="70322">
                <a:moveTo>
                  <a:pt x="35161" y="0"/>
                </a:moveTo>
                <a:lnTo>
                  <a:pt x="3375435" y="0"/>
                </a:lnTo>
                <a:cubicBezTo>
                  <a:pt x="3394854" y="0"/>
                  <a:pt x="3410596" y="15742"/>
                  <a:pt x="3410596" y="35161"/>
                </a:cubicBezTo>
                <a:lnTo>
                  <a:pt x="3410596" y="35161"/>
                </a:lnTo>
                <a:cubicBezTo>
                  <a:pt x="3410596" y="54580"/>
                  <a:pt x="3394854" y="70322"/>
                  <a:pt x="3375435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2" name="Text 30"/>
          <p:cNvSpPr/>
          <p:nvPr/>
        </p:nvSpPr>
        <p:spPr>
          <a:xfrm>
            <a:off x="606523" y="3894056"/>
            <a:ext cx="522137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Sarah, Mike (full-time)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1041" y="4245664"/>
            <a:ext cx="5370809" cy="773537"/>
          </a:xfrm>
          <a:custGeom>
            <a:avLst/>
            <a:gdLst/>
            <a:ahLst/>
            <a:cxnLst/>
            <a:rect l="l" t="t" r="r" b="b"/>
            <a:pathLst>
              <a:path w="5370809" h="773537">
                <a:moveTo>
                  <a:pt x="70322" y="0"/>
                </a:moveTo>
                <a:lnTo>
                  <a:pt x="5300487" y="0"/>
                </a:lnTo>
                <a:cubicBezTo>
                  <a:pt x="5339325" y="0"/>
                  <a:pt x="5370809" y="31484"/>
                  <a:pt x="5370809" y="70322"/>
                </a:cubicBezTo>
                <a:lnTo>
                  <a:pt x="5370809" y="703215"/>
                </a:lnTo>
                <a:cubicBezTo>
                  <a:pt x="5370809" y="742053"/>
                  <a:pt x="5339325" y="773537"/>
                  <a:pt x="5300487" y="773537"/>
                </a:cubicBezTo>
                <a:lnTo>
                  <a:pt x="70322" y="773537"/>
                </a:lnTo>
                <a:cubicBezTo>
                  <a:pt x="31510" y="773537"/>
                  <a:pt x="0" y="742027"/>
                  <a:pt x="0" y="703215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06523" y="4351146"/>
            <a:ext cx="125699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Engineers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23974" y="4351146"/>
            <a:ext cx="51862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1.5 FTE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6523" y="4632433"/>
            <a:ext cx="5159844" cy="70322"/>
          </a:xfrm>
          <a:custGeom>
            <a:avLst/>
            <a:gdLst/>
            <a:ahLst/>
            <a:cxnLst/>
            <a:rect l="l" t="t" r="r" b="b"/>
            <a:pathLst>
              <a:path w="5159844" h="70322">
                <a:moveTo>
                  <a:pt x="35161" y="0"/>
                </a:moveTo>
                <a:lnTo>
                  <a:pt x="5124683" y="0"/>
                </a:lnTo>
                <a:cubicBezTo>
                  <a:pt x="5144102" y="0"/>
                  <a:pt x="5159844" y="15742"/>
                  <a:pt x="5159844" y="35161"/>
                </a:cubicBezTo>
                <a:lnTo>
                  <a:pt x="5159844" y="35161"/>
                </a:lnTo>
                <a:cubicBezTo>
                  <a:pt x="5159844" y="54580"/>
                  <a:pt x="5144102" y="70322"/>
                  <a:pt x="5124683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6523" y="4632433"/>
            <a:ext cx="2584317" cy="70322"/>
          </a:xfrm>
          <a:custGeom>
            <a:avLst/>
            <a:gdLst/>
            <a:ahLst/>
            <a:cxnLst/>
            <a:rect l="l" t="t" r="r" b="b"/>
            <a:pathLst>
              <a:path w="2584317" h="70322">
                <a:moveTo>
                  <a:pt x="35161" y="0"/>
                </a:moveTo>
                <a:lnTo>
                  <a:pt x="2549156" y="0"/>
                </a:lnTo>
                <a:cubicBezTo>
                  <a:pt x="2568575" y="0"/>
                  <a:pt x="2584317" y="15742"/>
                  <a:pt x="2584317" y="35161"/>
                </a:cubicBezTo>
                <a:lnTo>
                  <a:pt x="2584317" y="35161"/>
                </a:lnTo>
                <a:cubicBezTo>
                  <a:pt x="2584317" y="54580"/>
                  <a:pt x="2568575" y="70322"/>
                  <a:pt x="2549156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06523" y="4737915"/>
            <a:ext cx="522137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Alex (full), Jordan (50%)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1041" y="5089523"/>
            <a:ext cx="5370809" cy="773537"/>
          </a:xfrm>
          <a:custGeom>
            <a:avLst/>
            <a:gdLst/>
            <a:ahLst/>
            <a:cxnLst/>
            <a:rect l="l" t="t" r="r" b="b"/>
            <a:pathLst>
              <a:path w="5370809" h="773537">
                <a:moveTo>
                  <a:pt x="70322" y="0"/>
                </a:moveTo>
                <a:lnTo>
                  <a:pt x="5300487" y="0"/>
                </a:lnTo>
                <a:cubicBezTo>
                  <a:pt x="5339325" y="0"/>
                  <a:pt x="5370809" y="31484"/>
                  <a:pt x="5370809" y="70322"/>
                </a:cubicBezTo>
                <a:lnTo>
                  <a:pt x="5370809" y="703215"/>
                </a:lnTo>
                <a:cubicBezTo>
                  <a:pt x="5370809" y="742053"/>
                  <a:pt x="5339325" y="773537"/>
                  <a:pt x="5300487" y="773537"/>
                </a:cubicBezTo>
                <a:lnTo>
                  <a:pt x="70322" y="773537"/>
                </a:lnTo>
                <a:cubicBezTo>
                  <a:pt x="31510" y="773537"/>
                  <a:pt x="0" y="742027"/>
                  <a:pt x="0" y="703215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06523" y="5195005"/>
            <a:ext cx="91418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Engineers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37285" y="5195005"/>
            <a:ext cx="40434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FTE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6523" y="5476291"/>
            <a:ext cx="5159844" cy="70322"/>
          </a:xfrm>
          <a:custGeom>
            <a:avLst/>
            <a:gdLst/>
            <a:ahLst/>
            <a:cxnLst/>
            <a:rect l="l" t="t" r="r" b="b"/>
            <a:pathLst>
              <a:path w="5159844" h="70322">
                <a:moveTo>
                  <a:pt x="35161" y="0"/>
                </a:moveTo>
                <a:lnTo>
                  <a:pt x="5124683" y="0"/>
                </a:lnTo>
                <a:cubicBezTo>
                  <a:pt x="5144102" y="0"/>
                  <a:pt x="5159844" y="15742"/>
                  <a:pt x="5159844" y="35161"/>
                </a:cubicBezTo>
                <a:lnTo>
                  <a:pt x="5159844" y="35161"/>
                </a:lnTo>
                <a:cubicBezTo>
                  <a:pt x="5159844" y="54580"/>
                  <a:pt x="5144102" y="70322"/>
                  <a:pt x="5124683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6523" y="5476291"/>
            <a:ext cx="1705298" cy="70322"/>
          </a:xfrm>
          <a:custGeom>
            <a:avLst/>
            <a:gdLst/>
            <a:ahLst/>
            <a:cxnLst/>
            <a:rect l="l" t="t" r="r" b="b"/>
            <a:pathLst>
              <a:path w="1705298" h="70322">
                <a:moveTo>
                  <a:pt x="35161" y="0"/>
                </a:moveTo>
                <a:lnTo>
                  <a:pt x="1670137" y="0"/>
                </a:lnTo>
                <a:cubicBezTo>
                  <a:pt x="1689556" y="0"/>
                  <a:pt x="1705298" y="15742"/>
                  <a:pt x="1705298" y="35161"/>
                </a:cubicBezTo>
                <a:lnTo>
                  <a:pt x="1705298" y="35161"/>
                </a:lnTo>
                <a:cubicBezTo>
                  <a:pt x="1705298" y="54580"/>
                  <a:pt x="1689556" y="70322"/>
                  <a:pt x="1670137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44" name="Text 42"/>
          <p:cNvSpPr/>
          <p:nvPr/>
        </p:nvSpPr>
        <p:spPr>
          <a:xfrm>
            <a:off x="606523" y="5581774"/>
            <a:ext cx="522137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Lisa (full-time from May)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1041" y="5933381"/>
            <a:ext cx="5370809" cy="773537"/>
          </a:xfrm>
          <a:custGeom>
            <a:avLst/>
            <a:gdLst/>
            <a:ahLst/>
            <a:cxnLst/>
            <a:rect l="l" t="t" r="r" b="b"/>
            <a:pathLst>
              <a:path w="5370809" h="773537">
                <a:moveTo>
                  <a:pt x="70322" y="0"/>
                </a:moveTo>
                <a:lnTo>
                  <a:pt x="5300487" y="0"/>
                </a:lnTo>
                <a:cubicBezTo>
                  <a:pt x="5339325" y="0"/>
                  <a:pt x="5370809" y="31484"/>
                  <a:pt x="5370809" y="70322"/>
                </a:cubicBezTo>
                <a:lnTo>
                  <a:pt x="5370809" y="703215"/>
                </a:lnTo>
                <a:cubicBezTo>
                  <a:pt x="5370809" y="742053"/>
                  <a:pt x="5339325" y="773537"/>
                  <a:pt x="5300487" y="773537"/>
                </a:cubicBezTo>
                <a:lnTo>
                  <a:pt x="70322" y="773537"/>
                </a:lnTo>
                <a:cubicBezTo>
                  <a:pt x="31510" y="773537"/>
                  <a:pt x="0" y="742027"/>
                  <a:pt x="0" y="703215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6523" y="6038864"/>
            <a:ext cx="115151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Designer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18491" y="6038864"/>
            <a:ext cx="62410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0.75 FTE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06523" y="6320150"/>
            <a:ext cx="5159844" cy="70322"/>
          </a:xfrm>
          <a:custGeom>
            <a:avLst/>
            <a:gdLst/>
            <a:ahLst/>
            <a:cxnLst/>
            <a:rect l="l" t="t" r="r" b="b"/>
            <a:pathLst>
              <a:path w="5159844" h="70322">
                <a:moveTo>
                  <a:pt x="35161" y="0"/>
                </a:moveTo>
                <a:lnTo>
                  <a:pt x="5124683" y="0"/>
                </a:lnTo>
                <a:cubicBezTo>
                  <a:pt x="5144102" y="0"/>
                  <a:pt x="5159844" y="15742"/>
                  <a:pt x="5159844" y="35161"/>
                </a:cubicBezTo>
                <a:lnTo>
                  <a:pt x="5159844" y="35161"/>
                </a:lnTo>
                <a:cubicBezTo>
                  <a:pt x="5159844" y="54580"/>
                  <a:pt x="5144102" y="70322"/>
                  <a:pt x="5124683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6523" y="6320150"/>
            <a:ext cx="1292159" cy="70322"/>
          </a:xfrm>
          <a:custGeom>
            <a:avLst/>
            <a:gdLst/>
            <a:ahLst/>
            <a:cxnLst/>
            <a:rect l="l" t="t" r="r" b="b"/>
            <a:pathLst>
              <a:path w="1292159" h="70322">
                <a:moveTo>
                  <a:pt x="35161" y="0"/>
                </a:moveTo>
                <a:lnTo>
                  <a:pt x="1256998" y="0"/>
                </a:lnTo>
                <a:cubicBezTo>
                  <a:pt x="1276404" y="0"/>
                  <a:pt x="1292159" y="15755"/>
                  <a:pt x="1292159" y="35161"/>
                </a:cubicBezTo>
                <a:lnTo>
                  <a:pt x="1292159" y="35161"/>
                </a:lnTo>
                <a:cubicBezTo>
                  <a:pt x="1292159" y="54567"/>
                  <a:pt x="1276404" y="70322"/>
                  <a:pt x="1256998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0" name="Text 48"/>
          <p:cNvSpPr/>
          <p:nvPr/>
        </p:nvSpPr>
        <p:spPr>
          <a:xfrm>
            <a:off x="606523" y="6425632"/>
            <a:ext cx="522137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Emma (75% allocation)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9206" y="2905159"/>
            <a:ext cx="5660885" cy="3946797"/>
          </a:xfrm>
          <a:custGeom>
            <a:avLst/>
            <a:gdLst/>
            <a:ahLst/>
            <a:cxnLst/>
            <a:rect l="l" t="t" r="r" b="b"/>
            <a:pathLst>
              <a:path w="5660885" h="3946797">
                <a:moveTo>
                  <a:pt x="105498" y="0"/>
                </a:moveTo>
                <a:lnTo>
                  <a:pt x="5555387" y="0"/>
                </a:lnTo>
                <a:cubicBezTo>
                  <a:pt x="5613652" y="0"/>
                  <a:pt x="5660885" y="47233"/>
                  <a:pt x="5660885" y="105498"/>
                </a:cubicBezTo>
                <a:lnTo>
                  <a:pt x="5660885" y="3841300"/>
                </a:lnTo>
                <a:cubicBezTo>
                  <a:pt x="5660885" y="3899564"/>
                  <a:pt x="5613652" y="3946797"/>
                  <a:pt x="5555387" y="3946797"/>
                </a:cubicBezTo>
                <a:lnTo>
                  <a:pt x="105498" y="3946797"/>
                </a:lnTo>
                <a:cubicBezTo>
                  <a:pt x="47233" y="3946797"/>
                  <a:pt x="0" y="3899564"/>
                  <a:pt x="0" y="3841300"/>
                </a:cubicBezTo>
                <a:lnTo>
                  <a:pt x="0" y="105498"/>
                </a:lnTo>
                <a:cubicBezTo>
                  <a:pt x="0" y="47272"/>
                  <a:pt x="47272" y="0"/>
                  <a:pt x="10549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14244" y="3050198"/>
            <a:ext cx="544992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8639" y="3406200"/>
            <a:ext cx="5362019" cy="606523"/>
          </a:xfrm>
          <a:custGeom>
            <a:avLst/>
            <a:gdLst/>
            <a:ahLst/>
            <a:cxnLst/>
            <a:rect l="l" t="t" r="r" b="b"/>
            <a:pathLst>
              <a:path w="5362019" h="606523">
                <a:moveTo>
                  <a:pt x="70320" y="0"/>
                </a:moveTo>
                <a:lnTo>
                  <a:pt x="5291698" y="0"/>
                </a:lnTo>
                <a:cubicBezTo>
                  <a:pt x="5330535" y="0"/>
                  <a:pt x="5362019" y="31483"/>
                  <a:pt x="5362019" y="70320"/>
                </a:cubicBezTo>
                <a:lnTo>
                  <a:pt x="5362019" y="536203"/>
                </a:lnTo>
                <a:cubicBezTo>
                  <a:pt x="5362019" y="575040"/>
                  <a:pt x="5330535" y="606523"/>
                  <a:pt x="5291698" y="606523"/>
                </a:cubicBezTo>
                <a:lnTo>
                  <a:pt x="70320" y="606523"/>
                </a:lnTo>
                <a:cubicBezTo>
                  <a:pt x="31509" y="606523"/>
                  <a:pt x="0" y="575014"/>
                  <a:pt x="0" y="536203"/>
                </a:cubicBezTo>
                <a:lnTo>
                  <a:pt x="0" y="70320"/>
                </a:lnTo>
                <a:cubicBezTo>
                  <a:pt x="0" y="31483"/>
                  <a:pt x="31483" y="0"/>
                  <a:pt x="70320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28517" y="3516078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35161" y="0"/>
                </a:moveTo>
                <a:lnTo>
                  <a:pt x="246125" y="0"/>
                </a:lnTo>
                <a:cubicBezTo>
                  <a:pt x="265531" y="0"/>
                  <a:pt x="281286" y="15755"/>
                  <a:pt x="281286" y="35161"/>
                </a:cubicBezTo>
                <a:lnTo>
                  <a:pt x="281286" y="246125"/>
                </a:lnTo>
                <a:cubicBezTo>
                  <a:pt x="281286" y="265531"/>
                  <a:pt x="265531" y="281286"/>
                  <a:pt x="246125" y="281286"/>
                </a:cubicBezTo>
                <a:lnTo>
                  <a:pt x="35161" y="281286"/>
                </a:lnTo>
                <a:cubicBezTo>
                  <a:pt x="15755" y="281286"/>
                  <a:pt x="0" y="265531"/>
                  <a:pt x="0" y="246125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17517" y="3595190"/>
            <a:ext cx="107680" cy="123063"/>
          </a:xfrm>
          <a:custGeom>
            <a:avLst/>
            <a:gdLst/>
            <a:ahLst/>
            <a:cxnLst/>
            <a:rect l="l" t="t" r="r" b="b"/>
            <a:pathLst>
              <a:path w="107680" h="123063">
                <a:moveTo>
                  <a:pt x="15383" y="7691"/>
                </a:moveTo>
                <a:cubicBezTo>
                  <a:pt x="15383" y="3437"/>
                  <a:pt x="11946" y="0"/>
                  <a:pt x="7691" y="0"/>
                </a:cubicBezTo>
                <a:cubicBezTo>
                  <a:pt x="3437" y="0"/>
                  <a:pt x="0" y="3437"/>
                  <a:pt x="0" y="7691"/>
                </a:cubicBezTo>
                <a:lnTo>
                  <a:pt x="0" y="115371"/>
                </a:lnTo>
                <a:cubicBezTo>
                  <a:pt x="0" y="119626"/>
                  <a:pt x="3437" y="123063"/>
                  <a:pt x="7691" y="123063"/>
                </a:cubicBezTo>
                <a:cubicBezTo>
                  <a:pt x="11946" y="123063"/>
                  <a:pt x="15383" y="119626"/>
                  <a:pt x="15383" y="115371"/>
                </a:cubicBezTo>
                <a:lnTo>
                  <a:pt x="15383" y="86144"/>
                </a:lnTo>
                <a:lnTo>
                  <a:pt x="30453" y="81625"/>
                </a:lnTo>
                <a:cubicBezTo>
                  <a:pt x="40524" y="78597"/>
                  <a:pt x="51388" y="79534"/>
                  <a:pt x="60786" y="84245"/>
                </a:cubicBezTo>
                <a:cubicBezTo>
                  <a:pt x="71049" y="89389"/>
                  <a:pt x="83019" y="90014"/>
                  <a:pt x="93763" y="85976"/>
                </a:cubicBezTo>
                <a:lnTo>
                  <a:pt x="102680" y="82635"/>
                </a:lnTo>
                <a:cubicBezTo>
                  <a:pt x="105685" y="81505"/>
                  <a:pt x="107680" y="78645"/>
                  <a:pt x="107680" y="75424"/>
                </a:cubicBezTo>
                <a:lnTo>
                  <a:pt x="107680" y="15888"/>
                </a:lnTo>
                <a:cubicBezTo>
                  <a:pt x="107680" y="10359"/>
                  <a:pt x="101863" y="6754"/>
                  <a:pt x="96912" y="9230"/>
                </a:cubicBezTo>
                <a:lnTo>
                  <a:pt x="94076" y="10648"/>
                </a:lnTo>
                <a:cubicBezTo>
                  <a:pt x="83284" y="16056"/>
                  <a:pt x="70569" y="16056"/>
                  <a:pt x="59753" y="10648"/>
                </a:cubicBezTo>
                <a:cubicBezTo>
                  <a:pt x="51004" y="6273"/>
                  <a:pt x="40933" y="5408"/>
                  <a:pt x="31583" y="8220"/>
                </a:cubicBezTo>
                <a:lnTo>
                  <a:pt x="15383" y="13075"/>
                </a:lnTo>
                <a:lnTo>
                  <a:pt x="15383" y="7691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6" name="Text 54"/>
          <p:cNvSpPr/>
          <p:nvPr/>
        </p:nvSpPr>
        <p:spPr>
          <a:xfrm>
            <a:off x="6815285" y="3516078"/>
            <a:ext cx="482581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Finalization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15285" y="3727043"/>
            <a:ext cx="481702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4 • High-fidelity mockups complete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8639" y="4091836"/>
            <a:ext cx="5362019" cy="606523"/>
          </a:xfrm>
          <a:custGeom>
            <a:avLst/>
            <a:gdLst/>
            <a:ahLst/>
            <a:cxnLst/>
            <a:rect l="l" t="t" r="r" b="b"/>
            <a:pathLst>
              <a:path w="5362019" h="606523">
                <a:moveTo>
                  <a:pt x="70320" y="0"/>
                </a:moveTo>
                <a:lnTo>
                  <a:pt x="5291698" y="0"/>
                </a:lnTo>
                <a:cubicBezTo>
                  <a:pt x="5330535" y="0"/>
                  <a:pt x="5362019" y="31483"/>
                  <a:pt x="5362019" y="70320"/>
                </a:cubicBezTo>
                <a:lnTo>
                  <a:pt x="5362019" y="536203"/>
                </a:lnTo>
                <a:cubicBezTo>
                  <a:pt x="5362019" y="575040"/>
                  <a:pt x="5330535" y="606523"/>
                  <a:pt x="5291698" y="606523"/>
                </a:cubicBezTo>
                <a:lnTo>
                  <a:pt x="70320" y="606523"/>
                </a:lnTo>
                <a:cubicBezTo>
                  <a:pt x="31509" y="606523"/>
                  <a:pt x="0" y="575014"/>
                  <a:pt x="0" y="536203"/>
                </a:cubicBezTo>
                <a:lnTo>
                  <a:pt x="0" y="70320"/>
                </a:lnTo>
                <a:cubicBezTo>
                  <a:pt x="0" y="31483"/>
                  <a:pt x="31483" y="0"/>
                  <a:pt x="70320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28517" y="4201713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35161" y="0"/>
                </a:moveTo>
                <a:lnTo>
                  <a:pt x="246125" y="0"/>
                </a:lnTo>
                <a:cubicBezTo>
                  <a:pt x="265531" y="0"/>
                  <a:pt x="281286" y="15755"/>
                  <a:pt x="281286" y="35161"/>
                </a:cubicBezTo>
                <a:lnTo>
                  <a:pt x="281286" y="246125"/>
                </a:lnTo>
                <a:cubicBezTo>
                  <a:pt x="281286" y="265531"/>
                  <a:pt x="265531" y="281286"/>
                  <a:pt x="246125" y="281286"/>
                </a:cubicBezTo>
                <a:lnTo>
                  <a:pt x="35161" y="281286"/>
                </a:lnTo>
                <a:cubicBezTo>
                  <a:pt x="15755" y="281286"/>
                  <a:pt x="0" y="265531"/>
                  <a:pt x="0" y="246125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517517" y="4280825"/>
            <a:ext cx="107680" cy="123063"/>
          </a:xfrm>
          <a:custGeom>
            <a:avLst/>
            <a:gdLst/>
            <a:ahLst/>
            <a:cxnLst/>
            <a:rect l="l" t="t" r="r" b="b"/>
            <a:pathLst>
              <a:path w="107680" h="123063">
                <a:moveTo>
                  <a:pt x="15383" y="7691"/>
                </a:moveTo>
                <a:cubicBezTo>
                  <a:pt x="15383" y="3437"/>
                  <a:pt x="11946" y="0"/>
                  <a:pt x="7691" y="0"/>
                </a:cubicBezTo>
                <a:cubicBezTo>
                  <a:pt x="3437" y="0"/>
                  <a:pt x="0" y="3437"/>
                  <a:pt x="0" y="7691"/>
                </a:cubicBezTo>
                <a:lnTo>
                  <a:pt x="0" y="115371"/>
                </a:lnTo>
                <a:cubicBezTo>
                  <a:pt x="0" y="119626"/>
                  <a:pt x="3437" y="123063"/>
                  <a:pt x="7691" y="123063"/>
                </a:cubicBezTo>
                <a:cubicBezTo>
                  <a:pt x="11946" y="123063"/>
                  <a:pt x="15383" y="119626"/>
                  <a:pt x="15383" y="115371"/>
                </a:cubicBezTo>
                <a:lnTo>
                  <a:pt x="15383" y="86144"/>
                </a:lnTo>
                <a:lnTo>
                  <a:pt x="30453" y="81625"/>
                </a:lnTo>
                <a:cubicBezTo>
                  <a:pt x="40524" y="78597"/>
                  <a:pt x="51388" y="79534"/>
                  <a:pt x="60786" y="84245"/>
                </a:cubicBezTo>
                <a:cubicBezTo>
                  <a:pt x="71049" y="89389"/>
                  <a:pt x="83019" y="90014"/>
                  <a:pt x="93763" y="85976"/>
                </a:cubicBezTo>
                <a:lnTo>
                  <a:pt x="102680" y="82635"/>
                </a:lnTo>
                <a:cubicBezTo>
                  <a:pt x="105685" y="81505"/>
                  <a:pt x="107680" y="78645"/>
                  <a:pt x="107680" y="75424"/>
                </a:cubicBezTo>
                <a:lnTo>
                  <a:pt x="107680" y="15888"/>
                </a:lnTo>
                <a:cubicBezTo>
                  <a:pt x="107680" y="10359"/>
                  <a:pt x="101863" y="6754"/>
                  <a:pt x="96912" y="9230"/>
                </a:cubicBezTo>
                <a:lnTo>
                  <a:pt x="94076" y="10648"/>
                </a:lnTo>
                <a:cubicBezTo>
                  <a:pt x="83284" y="16056"/>
                  <a:pt x="70569" y="16056"/>
                  <a:pt x="59753" y="10648"/>
                </a:cubicBezTo>
                <a:cubicBezTo>
                  <a:pt x="51004" y="6273"/>
                  <a:pt x="40933" y="5408"/>
                  <a:pt x="31583" y="8220"/>
                </a:cubicBezTo>
                <a:lnTo>
                  <a:pt x="15383" y="13075"/>
                </a:lnTo>
                <a:lnTo>
                  <a:pt x="15383" y="7691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61" name="Text 59"/>
          <p:cNvSpPr/>
          <p:nvPr/>
        </p:nvSpPr>
        <p:spPr>
          <a:xfrm>
            <a:off x="6815285" y="4201713"/>
            <a:ext cx="482581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 Sprint 1 Complete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15285" y="4412678"/>
            <a:ext cx="481702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18 • Core features implemented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18639" y="4777471"/>
            <a:ext cx="5362019" cy="606523"/>
          </a:xfrm>
          <a:custGeom>
            <a:avLst/>
            <a:gdLst/>
            <a:ahLst/>
            <a:cxnLst/>
            <a:rect l="l" t="t" r="r" b="b"/>
            <a:pathLst>
              <a:path w="5362019" h="606523">
                <a:moveTo>
                  <a:pt x="70320" y="0"/>
                </a:moveTo>
                <a:lnTo>
                  <a:pt x="5291698" y="0"/>
                </a:lnTo>
                <a:cubicBezTo>
                  <a:pt x="5330535" y="0"/>
                  <a:pt x="5362019" y="31483"/>
                  <a:pt x="5362019" y="70320"/>
                </a:cubicBezTo>
                <a:lnTo>
                  <a:pt x="5362019" y="536203"/>
                </a:lnTo>
                <a:cubicBezTo>
                  <a:pt x="5362019" y="575040"/>
                  <a:pt x="5330535" y="606523"/>
                  <a:pt x="5291698" y="606523"/>
                </a:cubicBezTo>
                <a:lnTo>
                  <a:pt x="70320" y="606523"/>
                </a:lnTo>
                <a:cubicBezTo>
                  <a:pt x="31509" y="606523"/>
                  <a:pt x="0" y="575014"/>
                  <a:pt x="0" y="536203"/>
                </a:cubicBezTo>
                <a:lnTo>
                  <a:pt x="0" y="70320"/>
                </a:lnTo>
                <a:cubicBezTo>
                  <a:pt x="0" y="31483"/>
                  <a:pt x="31483" y="0"/>
                  <a:pt x="70320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28517" y="4887348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35161" y="0"/>
                </a:moveTo>
                <a:lnTo>
                  <a:pt x="246125" y="0"/>
                </a:lnTo>
                <a:cubicBezTo>
                  <a:pt x="265531" y="0"/>
                  <a:pt x="281286" y="15755"/>
                  <a:pt x="281286" y="35161"/>
                </a:cubicBezTo>
                <a:lnTo>
                  <a:pt x="281286" y="246125"/>
                </a:lnTo>
                <a:cubicBezTo>
                  <a:pt x="281286" y="265531"/>
                  <a:pt x="265531" y="281286"/>
                  <a:pt x="246125" y="281286"/>
                </a:cubicBezTo>
                <a:lnTo>
                  <a:pt x="35161" y="281286"/>
                </a:lnTo>
                <a:cubicBezTo>
                  <a:pt x="15755" y="281286"/>
                  <a:pt x="0" y="265531"/>
                  <a:pt x="0" y="246125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517517" y="4966460"/>
            <a:ext cx="107680" cy="123063"/>
          </a:xfrm>
          <a:custGeom>
            <a:avLst/>
            <a:gdLst/>
            <a:ahLst/>
            <a:cxnLst/>
            <a:rect l="l" t="t" r="r" b="b"/>
            <a:pathLst>
              <a:path w="107680" h="123063">
                <a:moveTo>
                  <a:pt x="15383" y="7691"/>
                </a:moveTo>
                <a:cubicBezTo>
                  <a:pt x="15383" y="3437"/>
                  <a:pt x="11946" y="0"/>
                  <a:pt x="7691" y="0"/>
                </a:cubicBezTo>
                <a:cubicBezTo>
                  <a:pt x="3437" y="0"/>
                  <a:pt x="0" y="3437"/>
                  <a:pt x="0" y="7691"/>
                </a:cubicBezTo>
                <a:lnTo>
                  <a:pt x="0" y="115371"/>
                </a:lnTo>
                <a:cubicBezTo>
                  <a:pt x="0" y="119626"/>
                  <a:pt x="3437" y="123063"/>
                  <a:pt x="7691" y="123063"/>
                </a:cubicBezTo>
                <a:cubicBezTo>
                  <a:pt x="11946" y="123063"/>
                  <a:pt x="15383" y="119626"/>
                  <a:pt x="15383" y="115371"/>
                </a:cubicBezTo>
                <a:lnTo>
                  <a:pt x="15383" y="86144"/>
                </a:lnTo>
                <a:lnTo>
                  <a:pt x="30453" y="81625"/>
                </a:lnTo>
                <a:cubicBezTo>
                  <a:pt x="40524" y="78597"/>
                  <a:pt x="51388" y="79534"/>
                  <a:pt x="60786" y="84245"/>
                </a:cubicBezTo>
                <a:cubicBezTo>
                  <a:pt x="71049" y="89389"/>
                  <a:pt x="83019" y="90014"/>
                  <a:pt x="93763" y="85976"/>
                </a:cubicBezTo>
                <a:lnTo>
                  <a:pt x="102680" y="82635"/>
                </a:lnTo>
                <a:cubicBezTo>
                  <a:pt x="105685" y="81505"/>
                  <a:pt x="107680" y="78645"/>
                  <a:pt x="107680" y="75424"/>
                </a:cubicBezTo>
                <a:lnTo>
                  <a:pt x="107680" y="15888"/>
                </a:lnTo>
                <a:cubicBezTo>
                  <a:pt x="107680" y="10359"/>
                  <a:pt x="101863" y="6754"/>
                  <a:pt x="96912" y="9230"/>
                </a:cubicBezTo>
                <a:lnTo>
                  <a:pt x="94076" y="10648"/>
                </a:lnTo>
                <a:cubicBezTo>
                  <a:pt x="83284" y="16056"/>
                  <a:pt x="70569" y="16056"/>
                  <a:pt x="59753" y="10648"/>
                </a:cubicBezTo>
                <a:cubicBezTo>
                  <a:pt x="51004" y="6273"/>
                  <a:pt x="40933" y="5408"/>
                  <a:pt x="31583" y="8220"/>
                </a:cubicBezTo>
                <a:lnTo>
                  <a:pt x="15383" y="13075"/>
                </a:lnTo>
                <a:lnTo>
                  <a:pt x="15383" y="7691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66" name="Text 64"/>
          <p:cNvSpPr/>
          <p:nvPr/>
        </p:nvSpPr>
        <p:spPr>
          <a:xfrm>
            <a:off x="6815285" y="4887348"/>
            <a:ext cx="482581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 Sprint 2 Complete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15285" y="5098313"/>
            <a:ext cx="481702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2 • All features ready for QA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18639" y="5463106"/>
            <a:ext cx="5362019" cy="606523"/>
          </a:xfrm>
          <a:custGeom>
            <a:avLst/>
            <a:gdLst/>
            <a:ahLst/>
            <a:cxnLst/>
            <a:rect l="l" t="t" r="r" b="b"/>
            <a:pathLst>
              <a:path w="5362019" h="606523">
                <a:moveTo>
                  <a:pt x="70320" y="0"/>
                </a:moveTo>
                <a:lnTo>
                  <a:pt x="5291698" y="0"/>
                </a:lnTo>
                <a:cubicBezTo>
                  <a:pt x="5330535" y="0"/>
                  <a:pt x="5362019" y="31483"/>
                  <a:pt x="5362019" y="70320"/>
                </a:cubicBezTo>
                <a:lnTo>
                  <a:pt x="5362019" y="536203"/>
                </a:lnTo>
                <a:cubicBezTo>
                  <a:pt x="5362019" y="575040"/>
                  <a:pt x="5330535" y="606523"/>
                  <a:pt x="5291698" y="606523"/>
                </a:cubicBezTo>
                <a:lnTo>
                  <a:pt x="70320" y="606523"/>
                </a:lnTo>
                <a:cubicBezTo>
                  <a:pt x="31509" y="606523"/>
                  <a:pt x="0" y="575014"/>
                  <a:pt x="0" y="536203"/>
                </a:cubicBezTo>
                <a:lnTo>
                  <a:pt x="0" y="70320"/>
                </a:lnTo>
                <a:cubicBezTo>
                  <a:pt x="0" y="31483"/>
                  <a:pt x="31483" y="0"/>
                  <a:pt x="70320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28517" y="5572983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35161" y="0"/>
                </a:moveTo>
                <a:lnTo>
                  <a:pt x="246125" y="0"/>
                </a:lnTo>
                <a:cubicBezTo>
                  <a:pt x="265531" y="0"/>
                  <a:pt x="281286" y="15755"/>
                  <a:pt x="281286" y="35161"/>
                </a:cubicBezTo>
                <a:lnTo>
                  <a:pt x="281286" y="246125"/>
                </a:lnTo>
                <a:cubicBezTo>
                  <a:pt x="281286" y="265531"/>
                  <a:pt x="265531" y="281286"/>
                  <a:pt x="246125" y="281286"/>
                </a:cubicBezTo>
                <a:lnTo>
                  <a:pt x="35161" y="281286"/>
                </a:lnTo>
                <a:cubicBezTo>
                  <a:pt x="15755" y="281286"/>
                  <a:pt x="0" y="265531"/>
                  <a:pt x="0" y="246125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517517" y="5652095"/>
            <a:ext cx="107680" cy="123063"/>
          </a:xfrm>
          <a:custGeom>
            <a:avLst/>
            <a:gdLst/>
            <a:ahLst/>
            <a:cxnLst/>
            <a:rect l="l" t="t" r="r" b="b"/>
            <a:pathLst>
              <a:path w="107680" h="123063">
                <a:moveTo>
                  <a:pt x="15383" y="7691"/>
                </a:moveTo>
                <a:cubicBezTo>
                  <a:pt x="15383" y="3437"/>
                  <a:pt x="11946" y="0"/>
                  <a:pt x="7691" y="0"/>
                </a:cubicBezTo>
                <a:cubicBezTo>
                  <a:pt x="3437" y="0"/>
                  <a:pt x="0" y="3437"/>
                  <a:pt x="0" y="7691"/>
                </a:cubicBezTo>
                <a:lnTo>
                  <a:pt x="0" y="115371"/>
                </a:lnTo>
                <a:cubicBezTo>
                  <a:pt x="0" y="119626"/>
                  <a:pt x="3437" y="123063"/>
                  <a:pt x="7691" y="123063"/>
                </a:cubicBezTo>
                <a:cubicBezTo>
                  <a:pt x="11946" y="123063"/>
                  <a:pt x="15383" y="119626"/>
                  <a:pt x="15383" y="115371"/>
                </a:cubicBezTo>
                <a:lnTo>
                  <a:pt x="15383" y="86144"/>
                </a:lnTo>
                <a:lnTo>
                  <a:pt x="30453" y="81625"/>
                </a:lnTo>
                <a:cubicBezTo>
                  <a:pt x="40524" y="78597"/>
                  <a:pt x="51388" y="79534"/>
                  <a:pt x="60786" y="84245"/>
                </a:cubicBezTo>
                <a:cubicBezTo>
                  <a:pt x="71049" y="89389"/>
                  <a:pt x="83019" y="90014"/>
                  <a:pt x="93763" y="85976"/>
                </a:cubicBezTo>
                <a:lnTo>
                  <a:pt x="102680" y="82635"/>
                </a:lnTo>
                <a:cubicBezTo>
                  <a:pt x="105685" y="81505"/>
                  <a:pt x="107680" y="78645"/>
                  <a:pt x="107680" y="75424"/>
                </a:cubicBezTo>
                <a:lnTo>
                  <a:pt x="107680" y="15888"/>
                </a:lnTo>
                <a:cubicBezTo>
                  <a:pt x="107680" y="10359"/>
                  <a:pt x="101863" y="6754"/>
                  <a:pt x="96912" y="9230"/>
                </a:cubicBezTo>
                <a:lnTo>
                  <a:pt x="94076" y="10648"/>
                </a:lnTo>
                <a:cubicBezTo>
                  <a:pt x="83284" y="16056"/>
                  <a:pt x="70569" y="16056"/>
                  <a:pt x="59753" y="10648"/>
                </a:cubicBezTo>
                <a:cubicBezTo>
                  <a:pt x="51004" y="6273"/>
                  <a:pt x="40933" y="5408"/>
                  <a:pt x="31583" y="8220"/>
                </a:cubicBezTo>
                <a:lnTo>
                  <a:pt x="15383" y="13075"/>
                </a:lnTo>
                <a:lnTo>
                  <a:pt x="15383" y="7691"/>
                </a:ln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71" name="Text 69"/>
          <p:cNvSpPr/>
          <p:nvPr/>
        </p:nvSpPr>
        <p:spPr>
          <a:xfrm>
            <a:off x="6815285" y="5572983"/>
            <a:ext cx="482581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Launch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815285" y="5783948"/>
            <a:ext cx="481702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15 • 100% rollout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92994" y="1661347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74" name="Shape 72"/>
          <p:cNvSpPr/>
          <p:nvPr/>
        </p:nvSpPr>
        <p:spPr>
          <a:xfrm>
            <a:off x="1333637" y="1801990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110976" y="0"/>
                </a:moveTo>
                <a:cubicBezTo>
                  <a:pt x="116250" y="0"/>
                  <a:pt x="121305" y="2088"/>
                  <a:pt x="125013" y="5824"/>
                </a:cubicBezTo>
                <a:lnTo>
                  <a:pt x="134820" y="15630"/>
                </a:lnTo>
                <a:cubicBezTo>
                  <a:pt x="138555" y="19338"/>
                  <a:pt x="140643" y="24393"/>
                  <a:pt x="140643" y="29667"/>
                </a:cubicBezTo>
                <a:cubicBezTo>
                  <a:pt x="140643" y="34941"/>
                  <a:pt x="138555" y="39995"/>
                  <a:pt x="134820" y="43704"/>
                </a:cubicBezTo>
                <a:lnTo>
                  <a:pt x="122486" y="56037"/>
                </a:lnTo>
                <a:lnTo>
                  <a:pt x="84606" y="18157"/>
                </a:lnTo>
                <a:lnTo>
                  <a:pt x="96939" y="5824"/>
                </a:lnTo>
                <a:cubicBezTo>
                  <a:pt x="100648" y="2088"/>
                  <a:pt x="105702" y="0"/>
                  <a:pt x="110976" y="0"/>
                </a:cubicBezTo>
                <a:close/>
                <a:moveTo>
                  <a:pt x="16179" y="86556"/>
                </a:moveTo>
                <a:lnTo>
                  <a:pt x="75294" y="27469"/>
                </a:lnTo>
                <a:lnTo>
                  <a:pt x="113174" y="65350"/>
                </a:lnTo>
                <a:lnTo>
                  <a:pt x="54087" y="124464"/>
                </a:lnTo>
                <a:cubicBezTo>
                  <a:pt x="51148" y="127403"/>
                  <a:pt x="47467" y="129545"/>
                  <a:pt x="43457" y="130672"/>
                </a:cubicBezTo>
                <a:lnTo>
                  <a:pt x="8351" y="140396"/>
                </a:lnTo>
                <a:cubicBezTo>
                  <a:pt x="6071" y="141028"/>
                  <a:pt x="3598" y="140396"/>
                  <a:pt x="1923" y="138693"/>
                </a:cubicBezTo>
                <a:cubicBezTo>
                  <a:pt x="247" y="136990"/>
                  <a:pt x="-412" y="134545"/>
                  <a:pt x="220" y="132265"/>
                </a:cubicBezTo>
                <a:lnTo>
                  <a:pt x="9999" y="97187"/>
                </a:lnTo>
                <a:cubicBezTo>
                  <a:pt x="11125" y="93176"/>
                  <a:pt x="13240" y="89523"/>
                  <a:pt x="16207" y="86556"/>
                </a:cubicBezTo>
                <a:close/>
                <a:moveTo>
                  <a:pt x="61916" y="22195"/>
                </a:moveTo>
                <a:lnTo>
                  <a:pt x="22195" y="61916"/>
                </a:lnTo>
                <a:lnTo>
                  <a:pt x="3214" y="42935"/>
                </a:lnTo>
                <a:cubicBezTo>
                  <a:pt x="-1071" y="38649"/>
                  <a:pt x="-1071" y="31700"/>
                  <a:pt x="3214" y="27387"/>
                </a:cubicBezTo>
                <a:lnTo>
                  <a:pt x="27387" y="3214"/>
                </a:lnTo>
                <a:cubicBezTo>
                  <a:pt x="31672" y="-1071"/>
                  <a:pt x="38622" y="-1071"/>
                  <a:pt x="42935" y="3214"/>
                </a:cubicBezTo>
                <a:lnTo>
                  <a:pt x="44555" y="4835"/>
                </a:lnTo>
                <a:lnTo>
                  <a:pt x="29090" y="20300"/>
                </a:lnTo>
                <a:cubicBezTo>
                  <a:pt x="26947" y="22442"/>
                  <a:pt x="26947" y="25931"/>
                  <a:pt x="29090" y="28074"/>
                </a:cubicBezTo>
                <a:cubicBezTo>
                  <a:pt x="31233" y="30216"/>
                  <a:pt x="34721" y="30216"/>
                  <a:pt x="36864" y="28074"/>
                </a:cubicBezTo>
                <a:lnTo>
                  <a:pt x="52329" y="12608"/>
                </a:lnTo>
                <a:lnTo>
                  <a:pt x="61916" y="22195"/>
                </a:lnTo>
                <a:close/>
                <a:moveTo>
                  <a:pt x="118448" y="78727"/>
                </a:moveTo>
                <a:lnTo>
                  <a:pt x="128035" y="88314"/>
                </a:lnTo>
                <a:lnTo>
                  <a:pt x="112569" y="103779"/>
                </a:lnTo>
                <a:cubicBezTo>
                  <a:pt x="110427" y="105922"/>
                  <a:pt x="110427" y="109410"/>
                  <a:pt x="112569" y="111553"/>
                </a:cubicBezTo>
                <a:cubicBezTo>
                  <a:pt x="114712" y="113696"/>
                  <a:pt x="118201" y="113696"/>
                  <a:pt x="120343" y="111553"/>
                </a:cubicBezTo>
                <a:lnTo>
                  <a:pt x="135809" y="96088"/>
                </a:lnTo>
                <a:lnTo>
                  <a:pt x="137429" y="97709"/>
                </a:lnTo>
                <a:cubicBezTo>
                  <a:pt x="141714" y="101994"/>
                  <a:pt x="141714" y="108943"/>
                  <a:pt x="137429" y="113256"/>
                </a:cubicBezTo>
                <a:lnTo>
                  <a:pt x="113256" y="137429"/>
                </a:lnTo>
                <a:cubicBezTo>
                  <a:pt x="108971" y="141714"/>
                  <a:pt x="102021" y="141714"/>
                  <a:pt x="97709" y="137429"/>
                </a:cubicBezTo>
                <a:lnTo>
                  <a:pt x="78727" y="118448"/>
                </a:lnTo>
                <a:lnTo>
                  <a:pt x="118448" y="787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3069151" y="1661347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76" name="Shape 74"/>
          <p:cNvSpPr/>
          <p:nvPr/>
        </p:nvSpPr>
        <p:spPr>
          <a:xfrm>
            <a:off x="3201004" y="1801990"/>
            <a:ext cx="158224" cy="140643"/>
          </a:xfrm>
          <a:custGeom>
            <a:avLst/>
            <a:gdLst/>
            <a:ahLst/>
            <a:cxnLst/>
            <a:rect l="l" t="t" r="r" b="b"/>
            <a:pathLst>
              <a:path w="158224" h="140643">
                <a:moveTo>
                  <a:pt x="99109" y="330"/>
                </a:moveTo>
                <a:cubicBezTo>
                  <a:pt x="94440" y="-1016"/>
                  <a:pt x="89578" y="1703"/>
                  <a:pt x="88232" y="6373"/>
                </a:cubicBezTo>
                <a:lnTo>
                  <a:pt x="53071" y="129436"/>
                </a:lnTo>
                <a:cubicBezTo>
                  <a:pt x="51725" y="134105"/>
                  <a:pt x="54444" y="138967"/>
                  <a:pt x="59114" y="140313"/>
                </a:cubicBezTo>
                <a:cubicBezTo>
                  <a:pt x="63784" y="141659"/>
                  <a:pt x="68646" y="138940"/>
                  <a:pt x="69992" y="134270"/>
                </a:cubicBezTo>
                <a:lnTo>
                  <a:pt x="105153" y="11207"/>
                </a:lnTo>
                <a:cubicBezTo>
                  <a:pt x="106499" y="6538"/>
                  <a:pt x="103779" y="1676"/>
                  <a:pt x="99109" y="330"/>
                </a:cubicBezTo>
                <a:close/>
                <a:moveTo>
                  <a:pt x="116855" y="37715"/>
                </a:moveTo>
                <a:cubicBezTo>
                  <a:pt x="113421" y="41149"/>
                  <a:pt x="113421" y="46725"/>
                  <a:pt x="116855" y="50159"/>
                </a:cubicBezTo>
                <a:lnTo>
                  <a:pt x="137017" y="70322"/>
                </a:lnTo>
                <a:lnTo>
                  <a:pt x="116855" y="90484"/>
                </a:lnTo>
                <a:cubicBezTo>
                  <a:pt x="113421" y="93918"/>
                  <a:pt x="113421" y="99494"/>
                  <a:pt x="116855" y="102928"/>
                </a:cubicBezTo>
                <a:cubicBezTo>
                  <a:pt x="120288" y="106361"/>
                  <a:pt x="125865" y="106361"/>
                  <a:pt x="129298" y="102928"/>
                </a:cubicBezTo>
                <a:lnTo>
                  <a:pt x="155669" y="76557"/>
                </a:lnTo>
                <a:cubicBezTo>
                  <a:pt x="159103" y="73123"/>
                  <a:pt x="159103" y="67547"/>
                  <a:pt x="155669" y="64113"/>
                </a:cubicBezTo>
                <a:lnTo>
                  <a:pt x="129298" y="37743"/>
                </a:lnTo>
                <a:cubicBezTo>
                  <a:pt x="125865" y="34309"/>
                  <a:pt x="120288" y="34309"/>
                  <a:pt x="116855" y="37743"/>
                </a:cubicBezTo>
                <a:close/>
                <a:moveTo>
                  <a:pt x="41396" y="37715"/>
                </a:moveTo>
                <a:cubicBezTo>
                  <a:pt x="37963" y="34282"/>
                  <a:pt x="32386" y="34282"/>
                  <a:pt x="28953" y="37715"/>
                </a:cubicBezTo>
                <a:lnTo>
                  <a:pt x="2582" y="64086"/>
                </a:lnTo>
                <a:cubicBezTo>
                  <a:pt x="-852" y="67520"/>
                  <a:pt x="-852" y="73096"/>
                  <a:pt x="2582" y="76530"/>
                </a:cubicBezTo>
                <a:lnTo>
                  <a:pt x="28953" y="102900"/>
                </a:lnTo>
                <a:cubicBezTo>
                  <a:pt x="32386" y="106334"/>
                  <a:pt x="37963" y="106334"/>
                  <a:pt x="41396" y="102900"/>
                </a:cubicBezTo>
                <a:cubicBezTo>
                  <a:pt x="44830" y="99467"/>
                  <a:pt x="44830" y="93890"/>
                  <a:pt x="41396" y="90457"/>
                </a:cubicBezTo>
                <a:lnTo>
                  <a:pt x="21234" y="70322"/>
                </a:lnTo>
                <a:lnTo>
                  <a:pt x="41369" y="50159"/>
                </a:lnTo>
                <a:cubicBezTo>
                  <a:pt x="44803" y="46725"/>
                  <a:pt x="44803" y="41149"/>
                  <a:pt x="41369" y="37715"/>
                </a:cubicBezTo>
                <a:close/>
              </a:path>
            </a:pathLst>
          </a:custGeom>
          <a:solidFill>
            <a:srgbClr val="E8E9EA">
              <a:alpha val="6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945377" y="1661347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78" name="Shape 76"/>
          <p:cNvSpPr/>
          <p:nvPr/>
        </p:nvSpPr>
        <p:spPr>
          <a:xfrm>
            <a:off x="5086020" y="1801990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94110" y="2582"/>
                </a:moveTo>
                <a:cubicBezTo>
                  <a:pt x="90676" y="-852"/>
                  <a:pt x="85100" y="-852"/>
                  <a:pt x="81666" y="2582"/>
                </a:cubicBezTo>
                <a:cubicBezTo>
                  <a:pt x="78233" y="6016"/>
                  <a:pt x="78233" y="11592"/>
                  <a:pt x="81666" y="15026"/>
                </a:cubicBezTo>
                <a:lnTo>
                  <a:pt x="84249" y="17580"/>
                </a:lnTo>
                <a:lnTo>
                  <a:pt x="7719" y="94110"/>
                </a:lnTo>
                <a:cubicBezTo>
                  <a:pt x="2774" y="99055"/>
                  <a:pt x="0" y="105757"/>
                  <a:pt x="0" y="112762"/>
                </a:cubicBezTo>
                <a:lnTo>
                  <a:pt x="0" y="114273"/>
                </a:lnTo>
                <a:cubicBezTo>
                  <a:pt x="0" y="128831"/>
                  <a:pt x="11812" y="140643"/>
                  <a:pt x="26371" y="140643"/>
                </a:cubicBezTo>
                <a:lnTo>
                  <a:pt x="27881" y="140643"/>
                </a:lnTo>
                <a:cubicBezTo>
                  <a:pt x="34886" y="140643"/>
                  <a:pt x="41589" y="137869"/>
                  <a:pt x="46533" y="132924"/>
                </a:cubicBezTo>
                <a:lnTo>
                  <a:pt x="123063" y="56395"/>
                </a:lnTo>
                <a:lnTo>
                  <a:pt x="125645" y="58977"/>
                </a:lnTo>
                <a:cubicBezTo>
                  <a:pt x="129079" y="62410"/>
                  <a:pt x="134655" y="62410"/>
                  <a:pt x="138088" y="58977"/>
                </a:cubicBezTo>
                <a:cubicBezTo>
                  <a:pt x="141522" y="55543"/>
                  <a:pt x="141522" y="49967"/>
                  <a:pt x="138088" y="46533"/>
                </a:cubicBezTo>
                <a:lnTo>
                  <a:pt x="94137" y="2582"/>
                </a:lnTo>
                <a:close/>
                <a:moveTo>
                  <a:pt x="56395" y="70322"/>
                </a:moveTo>
                <a:lnTo>
                  <a:pt x="96692" y="30024"/>
                </a:lnTo>
                <a:lnTo>
                  <a:pt x="110619" y="43951"/>
                </a:lnTo>
                <a:lnTo>
                  <a:pt x="84249" y="70322"/>
                </a:lnTo>
                <a:lnTo>
                  <a:pt x="56367" y="70322"/>
                </a:lnTo>
                <a:close/>
              </a:path>
            </a:pathLst>
          </a:custGeom>
          <a:solidFill>
            <a:srgbClr val="E8E9EA">
              <a:alpha val="6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821603" y="1661347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80" name="Shape 78"/>
          <p:cNvSpPr/>
          <p:nvPr/>
        </p:nvSpPr>
        <p:spPr>
          <a:xfrm>
            <a:off x="6944666" y="1801990"/>
            <a:ext cx="175804" cy="140643"/>
          </a:xfrm>
          <a:custGeom>
            <a:avLst/>
            <a:gdLst/>
            <a:ahLst/>
            <a:cxnLst/>
            <a:rect l="l" t="t" r="r" b="b"/>
            <a:pathLst>
              <a:path w="175804" h="140643">
                <a:moveTo>
                  <a:pt x="87902" y="4395"/>
                </a:moveTo>
                <a:cubicBezTo>
                  <a:pt x="103669" y="4395"/>
                  <a:pt x="116470" y="17196"/>
                  <a:pt x="116470" y="32963"/>
                </a:cubicBezTo>
                <a:cubicBezTo>
                  <a:pt x="116470" y="48730"/>
                  <a:pt x="103669" y="61531"/>
                  <a:pt x="87902" y="61531"/>
                </a:cubicBezTo>
                <a:cubicBezTo>
                  <a:pt x="72135" y="61531"/>
                  <a:pt x="59334" y="48730"/>
                  <a:pt x="59334" y="32963"/>
                </a:cubicBezTo>
                <a:cubicBezTo>
                  <a:pt x="59334" y="17196"/>
                  <a:pt x="72135" y="4395"/>
                  <a:pt x="87902" y="4395"/>
                </a:cubicBezTo>
                <a:close/>
                <a:moveTo>
                  <a:pt x="26371" y="24173"/>
                </a:moveTo>
                <a:cubicBezTo>
                  <a:pt x="37286" y="24173"/>
                  <a:pt x="46149" y="33035"/>
                  <a:pt x="46149" y="43951"/>
                </a:cubicBezTo>
                <a:cubicBezTo>
                  <a:pt x="46149" y="54867"/>
                  <a:pt x="37286" y="63729"/>
                  <a:pt x="26371" y="63729"/>
                </a:cubicBezTo>
                <a:cubicBezTo>
                  <a:pt x="15455" y="63729"/>
                  <a:pt x="6593" y="54867"/>
                  <a:pt x="6593" y="43951"/>
                </a:cubicBezTo>
                <a:cubicBezTo>
                  <a:pt x="6593" y="33035"/>
                  <a:pt x="15455" y="24173"/>
                  <a:pt x="26371" y="24173"/>
                </a:cubicBezTo>
                <a:close/>
                <a:moveTo>
                  <a:pt x="0" y="114273"/>
                </a:moveTo>
                <a:cubicBezTo>
                  <a:pt x="0" y="94852"/>
                  <a:pt x="15740" y="79112"/>
                  <a:pt x="35161" y="79112"/>
                </a:cubicBezTo>
                <a:cubicBezTo>
                  <a:pt x="38677" y="79112"/>
                  <a:pt x="42083" y="79634"/>
                  <a:pt x="45297" y="80595"/>
                </a:cubicBezTo>
                <a:cubicBezTo>
                  <a:pt x="36260" y="90704"/>
                  <a:pt x="30766" y="104054"/>
                  <a:pt x="30766" y="118668"/>
                </a:cubicBezTo>
                <a:lnTo>
                  <a:pt x="30766" y="123063"/>
                </a:lnTo>
                <a:cubicBezTo>
                  <a:pt x="30766" y="126194"/>
                  <a:pt x="31425" y="129161"/>
                  <a:pt x="32606" y="131853"/>
                </a:cubicBezTo>
                <a:lnTo>
                  <a:pt x="8790" y="131853"/>
                </a:lnTo>
                <a:cubicBezTo>
                  <a:pt x="3928" y="131853"/>
                  <a:pt x="0" y="127925"/>
                  <a:pt x="0" y="123063"/>
                </a:cubicBezTo>
                <a:lnTo>
                  <a:pt x="0" y="114273"/>
                </a:lnTo>
                <a:close/>
                <a:moveTo>
                  <a:pt x="143198" y="131853"/>
                </a:moveTo>
                <a:cubicBezTo>
                  <a:pt x="144379" y="129161"/>
                  <a:pt x="145038" y="126194"/>
                  <a:pt x="145038" y="123063"/>
                </a:cubicBezTo>
                <a:lnTo>
                  <a:pt x="145038" y="118668"/>
                </a:lnTo>
                <a:cubicBezTo>
                  <a:pt x="145038" y="104054"/>
                  <a:pt x="139544" y="90704"/>
                  <a:pt x="130507" y="80595"/>
                </a:cubicBezTo>
                <a:cubicBezTo>
                  <a:pt x="133721" y="79634"/>
                  <a:pt x="137127" y="79112"/>
                  <a:pt x="140643" y="79112"/>
                </a:cubicBezTo>
                <a:cubicBezTo>
                  <a:pt x="160064" y="79112"/>
                  <a:pt x="175804" y="94852"/>
                  <a:pt x="175804" y="114273"/>
                </a:cubicBezTo>
                <a:lnTo>
                  <a:pt x="175804" y="123063"/>
                </a:lnTo>
                <a:cubicBezTo>
                  <a:pt x="175804" y="127925"/>
                  <a:pt x="171876" y="131853"/>
                  <a:pt x="167014" y="131853"/>
                </a:cubicBezTo>
                <a:lnTo>
                  <a:pt x="143198" y="131853"/>
                </a:lnTo>
                <a:close/>
                <a:moveTo>
                  <a:pt x="129655" y="43951"/>
                </a:moveTo>
                <a:cubicBezTo>
                  <a:pt x="129655" y="33035"/>
                  <a:pt x="138518" y="24173"/>
                  <a:pt x="149433" y="24173"/>
                </a:cubicBezTo>
                <a:cubicBezTo>
                  <a:pt x="160349" y="24173"/>
                  <a:pt x="169211" y="33035"/>
                  <a:pt x="169211" y="43951"/>
                </a:cubicBezTo>
                <a:cubicBezTo>
                  <a:pt x="169211" y="54867"/>
                  <a:pt x="160349" y="63729"/>
                  <a:pt x="149433" y="63729"/>
                </a:cubicBezTo>
                <a:cubicBezTo>
                  <a:pt x="138518" y="63729"/>
                  <a:pt x="129655" y="54867"/>
                  <a:pt x="129655" y="43951"/>
                </a:cubicBezTo>
                <a:close/>
                <a:moveTo>
                  <a:pt x="43951" y="118668"/>
                </a:moveTo>
                <a:cubicBezTo>
                  <a:pt x="43951" y="94385"/>
                  <a:pt x="63619" y="74717"/>
                  <a:pt x="87902" y="74717"/>
                </a:cubicBezTo>
                <a:cubicBezTo>
                  <a:pt x="112185" y="74717"/>
                  <a:pt x="131853" y="94385"/>
                  <a:pt x="131853" y="118668"/>
                </a:cubicBezTo>
                <a:lnTo>
                  <a:pt x="131853" y="123063"/>
                </a:lnTo>
                <a:cubicBezTo>
                  <a:pt x="131853" y="127925"/>
                  <a:pt x="127925" y="131853"/>
                  <a:pt x="123063" y="131853"/>
                </a:cubicBezTo>
                <a:lnTo>
                  <a:pt x="52741" y="131853"/>
                </a:lnTo>
                <a:cubicBezTo>
                  <a:pt x="47879" y="131853"/>
                  <a:pt x="43951" y="127925"/>
                  <a:pt x="43951" y="123063"/>
                </a:cubicBezTo>
                <a:lnTo>
                  <a:pt x="43951" y="118668"/>
                </a:lnTo>
                <a:close/>
              </a:path>
            </a:pathLst>
          </a:custGeom>
          <a:solidFill>
            <a:srgbClr val="E8E9EA">
              <a:alpha val="6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8697829" y="1661347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82" name="Shape 80"/>
          <p:cNvSpPr/>
          <p:nvPr/>
        </p:nvSpPr>
        <p:spPr>
          <a:xfrm>
            <a:off x="8838472" y="1801990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35161" y="87902"/>
                </a:moveTo>
                <a:lnTo>
                  <a:pt x="6730" y="87902"/>
                </a:lnTo>
                <a:cubicBezTo>
                  <a:pt x="-110" y="87902"/>
                  <a:pt x="-4313" y="80458"/>
                  <a:pt x="-797" y="74579"/>
                </a:cubicBezTo>
                <a:lnTo>
                  <a:pt x="13735" y="50351"/>
                </a:lnTo>
                <a:cubicBezTo>
                  <a:pt x="16125" y="46368"/>
                  <a:pt x="20410" y="43951"/>
                  <a:pt x="25052" y="43951"/>
                </a:cubicBezTo>
                <a:lnTo>
                  <a:pt x="51148" y="43951"/>
                </a:lnTo>
                <a:cubicBezTo>
                  <a:pt x="72052" y="8543"/>
                  <a:pt x="103230" y="6757"/>
                  <a:pt x="124079" y="9807"/>
                </a:cubicBezTo>
                <a:cubicBezTo>
                  <a:pt x="127595" y="10328"/>
                  <a:pt x="130342" y="13075"/>
                  <a:pt x="130837" y="16564"/>
                </a:cubicBezTo>
                <a:cubicBezTo>
                  <a:pt x="133886" y="37413"/>
                  <a:pt x="132100" y="68591"/>
                  <a:pt x="96692" y="89495"/>
                </a:cubicBezTo>
                <a:lnTo>
                  <a:pt x="96692" y="115591"/>
                </a:lnTo>
                <a:cubicBezTo>
                  <a:pt x="96692" y="120233"/>
                  <a:pt x="94275" y="124519"/>
                  <a:pt x="90292" y="126908"/>
                </a:cubicBezTo>
                <a:lnTo>
                  <a:pt x="66064" y="141440"/>
                </a:lnTo>
                <a:cubicBezTo>
                  <a:pt x="60213" y="144956"/>
                  <a:pt x="52741" y="140726"/>
                  <a:pt x="52741" y="133913"/>
                </a:cubicBezTo>
                <a:lnTo>
                  <a:pt x="52741" y="105482"/>
                </a:lnTo>
                <a:cubicBezTo>
                  <a:pt x="52741" y="95786"/>
                  <a:pt x="44857" y="87902"/>
                  <a:pt x="35161" y="87902"/>
                </a:cubicBezTo>
                <a:lnTo>
                  <a:pt x="35133" y="87902"/>
                </a:lnTo>
                <a:close/>
                <a:moveTo>
                  <a:pt x="109877" y="43951"/>
                </a:moveTo>
                <a:cubicBezTo>
                  <a:pt x="109877" y="36674"/>
                  <a:pt x="103969" y="30766"/>
                  <a:pt x="96692" y="30766"/>
                </a:cubicBezTo>
                <a:cubicBezTo>
                  <a:pt x="89415" y="30766"/>
                  <a:pt x="83507" y="36674"/>
                  <a:pt x="83507" y="43951"/>
                </a:cubicBezTo>
                <a:cubicBezTo>
                  <a:pt x="83507" y="51228"/>
                  <a:pt x="89415" y="57136"/>
                  <a:pt x="96692" y="57136"/>
                </a:cubicBezTo>
                <a:cubicBezTo>
                  <a:pt x="103969" y="57136"/>
                  <a:pt x="109877" y="51228"/>
                  <a:pt x="109877" y="43951"/>
                </a:cubicBezTo>
                <a:close/>
              </a:path>
            </a:pathLst>
          </a:custGeom>
          <a:solidFill>
            <a:srgbClr val="E8E9EA">
              <a:alpha val="6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574055" y="1661347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4A5059"/>
          </a:solidFill>
          <a:ln/>
        </p:spPr>
      </p:sp>
      <p:sp>
        <p:nvSpPr>
          <p:cNvPr id="84" name="Shape 82"/>
          <p:cNvSpPr/>
          <p:nvPr/>
        </p:nvSpPr>
        <p:spPr>
          <a:xfrm>
            <a:off x="10714698" y="1801990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8790" y="8790"/>
                </a:moveTo>
                <a:cubicBezTo>
                  <a:pt x="13652" y="8790"/>
                  <a:pt x="17580" y="12718"/>
                  <a:pt x="17580" y="17580"/>
                </a:cubicBezTo>
                <a:lnTo>
                  <a:pt x="17580" y="109877"/>
                </a:lnTo>
                <a:cubicBezTo>
                  <a:pt x="17580" y="112295"/>
                  <a:pt x="19558" y="114273"/>
                  <a:pt x="21975" y="114273"/>
                </a:cubicBezTo>
                <a:lnTo>
                  <a:pt x="131853" y="114273"/>
                </a:lnTo>
                <a:cubicBezTo>
                  <a:pt x="136715" y="114273"/>
                  <a:pt x="140643" y="118201"/>
                  <a:pt x="140643" y="123063"/>
                </a:cubicBezTo>
                <a:cubicBezTo>
                  <a:pt x="140643" y="127925"/>
                  <a:pt x="136715" y="131853"/>
                  <a:pt x="131853" y="131853"/>
                </a:cubicBezTo>
                <a:lnTo>
                  <a:pt x="21975" y="131853"/>
                </a:lnTo>
                <a:cubicBezTo>
                  <a:pt x="9834" y="131853"/>
                  <a:pt x="0" y="122019"/>
                  <a:pt x="0" y="109877"/>
                </a:cubicBezTo>
                <a:lnTo>
                  <a:pt x="0" y="17580"/>
                </a:lnTo>
                <a:cubicBezTo>
                  <a:pt x="0" y="12718"/>
                  <a:pt x="3928" y="8790"/>
                  <a:pt x="8790" y="8790"/>
                </a:cubicBezTo>
                <a:close/>
                <a:moveTo>
                  <a:pt x="35161" y="26371"/>
                </a:moveTo>
                <a:cubicBezTo>
                  <a:pt x="35161" y="21509"/>
                  <a:pt x="39089" y="17580"/>
                  <a:pt x="43951" y="17580"/>
                </a:cubicBezTo>
                <a:lnTo>
                  <a:pt x="96692" y="17580"/>
                </a:lnTo>
                <a:cubicBezTo>
                  <a:pt x="101554" y="17580"/>
                  <a:pt x="105482" y="21509"/>
                  <a:pt x="105482" y="26371"/>
                </a:cubicBezTo>
                <a:cubicBezTo>
                  <a:pt x="105482" y="31233"/>
                  <a:pt x="101554" y="35161"/>
                  <a:pt x="96692" y="35161"/>
                </a:cubicBezTo>
                <a:lnTo>
                  <a:pt x="43951" y="35161"/>
                </a:lnTo>
                <a:cubicBezTo>
                  <a:pt x="39089" y="35161"/>
                  <a:pt x="35161" y="31233"/>
                  <a:pt x="35161" y="26371"/>
                </a:cubicBezTo>
                <a:close/>
                <a:moveTo>
                  <a:pt x="43951" y="48346"/>
                </a:moveTo>
                <a:lnTo>
                  <a:pt x="79112" y="48346"/>
                </a:lnTo>
                <a:cubicBezTo>
                  <a:pt x="83974" y="48346"/>
                  <a:pt x="87902" y="52274"/>
                  <a:pt x="87902" y="57136"/>
                </a:cubicBezTo>
                <a:cubicBezTo>
                  <a:pt x="87902" y="61998"/>
                  <a:pt x="83974" y="65926"/>
                  <a:pt x="79112" y="65926"/>
                </a:cubicBezTo>
                <a:lnTo>
                  <a:pt x="43951" y="65926"/>
                </a:lnTo>
                <a:cubicBezTo>
                  <a:pt x="39089" y="65926"/>
                  <a:pt x="35161" y="61998"/>
                  <a:pt x="35161" y="57136"/>
                </a:cubicBezTo>
                <a:cubicBezTo>
                  <a:pt x="35161" y="52274"/>
                  <a:pt x="39089" y="48346"/>
                  <a:pt x="43951" y="48346"/>
                </a:cubicBezTo>
                <a:close/>
                <a:moveTo>
                  <a:pt x="43951" y="79112"/>
                </a:moveTo>
                <a:lnTo>
                  <a:pt x="114273" y="79112"/>
                </a:lnTo>
                <a:cubicBezTo>
                  <a:pt x="119135" y="79112"/>
                  <a:pt x="123063" y="83040"/>
                  <a:pt x="123063" y="87902"/>
                </a:cubicBezTo>
                <a:cubicBezTo>
                  <a:pt x="123063" y="92764"/>
                  <a:pt x="119135" y="96692"/>
                  <a:pt x="114273" y="96692"/>
                </a:cubicBezTo>
                <a:lnTo>
                  <a:pt x="43951" y="96692"/>
                </a:lnTo>
                <a:cubicBezTo>
                  <a:pt x="39089" y="96692"/>
                  <a:pt x="35161" y="92764"/>
                  <a:pt x="35161" y="87902"/>
                </a:cubicBezTo>
                <a:cubicBezTo>
                  <a:pt x="35161" y="83040"/>
                  <a:pt x="39089" y="79112"/>
                  <a:pt x="43951" y="79112"/>
                </a:cubicBezTo>
                <a:close/>
              </a:path>
            </a:pathLst>
          </a:custGeom>
          <a:solidFill>
            <a:srgbClr val="E8E9EA">
              <a:alpha val="6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455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spc="57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46409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Cross-Team Dependencies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3605" y="1153661"/>
            <a:ext cx="5656082" cy="4821137"/>
          </a:xfrm>
          <a:custGeom>
            <a:avLst/>
            <a:gdLst/>
            <a:ahLst/>
            <a:cxnLst/>
            <a:rect l="l" t="t" r="r" b="b"/>
            <a:pathLst>
              <a:path w="5656082" h="4821137">
                <a:moveTo>
                  <a:pt x="107752" y="0"/>
                </a:moveTo>
                <a:lnTo>
                  <a:pt x="5548330" y="0"/>
                </a:lnTo>
                <a:cubicBezTo>
                  <a:pt x="5607840" y="0"/>
                  <a:pt x="5656082" y="48242"/>
                  <a:pt x="5656082" y="107752"/>
                </a:cubicBezTo>
                <a:lnTo>
                  <a:pt x="5656082" y="4713385"/>
                </a:lnTo>
                <a:cubicBezTo>
                  <a:pt x="5656082" y="4772895"/>
                  <a:pt x="5607840" y="4821137"/>
                  <a:pt x="5548330" y="4821137"/>
                </a:cubicBezTo>
                <a:lnTo>
                  <a:pt x="107752" y="4821137"/>
                </a:lnTo>
                <a:cubicBezTo>
                  <a:pt x="48242" y="4821137"/>
                  <a:pt x="0" y="4772895"/>
                  <a:pt x="0" y="4713385"/>
                </a:cubicBezTo>
                <a:lnTo>
                  <a:pt x="0" y="107752"/>
                </a:lnTo>
                <a:cubicBezTo>
                  <a:pt x="0" y="48282"/>
                  <a:pt x="48282" y="0"/>
                  <a:pt x="107752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1741" y="1301797"/>
            <a:ext cx="544959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Matrix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230" y="1701314"/>
            <a:ext cx="5350834" cy="942680"/>
          </a:xfrm>
          <a:custGeom>
            <a:avLst/>
            <a:gdLst/>
            <a:ahLst/>
            <a:cxnLst/>
            <a:rect l="l" t="t" r="r" b="b"/>
            <a:pathLst>
              <a:path w="5350834" h="942680">
                <a:moveTo>
                  <a:pt x="71823" y="0"/>
                </a:moveTo>
                <a:lnTo>
                  <a:pt x="5279011" y="0"/>
                </a:lnTo>
                <a:cubicBezTo>
                  <a:pt x="5318677" y="0"/>
                  <a:pt x="5350834" y="32156"/>
                  <a:pt x="5350834" y="71823"/>
                </a:cubicBezTo>
                <a:lnTo>
                  <a:pt x="5350834" y="870858"/>
                </a:lnTo>
                <a:cubicBezTo>
                  <a:pt x="5350834" y="910524"/>
                  <a:pt x="5318677" y="942680"/>
                  <a:pt x="5279011" y="942680"/>
                </a:cubicBezTo>
                <a:lnTo>
                  <a:pt x="71823" y="942680"/>
                </a:lnTo>
                <a:cubicBezTo>
                  <a:pt x="32156" y="942680"/>
                  <a:pt x="0" y="910524"/>
                  <a:pt x="0" y="870858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5387" y="1849449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125691" y="57739"/>
                </a:moveTo>
                <a:cubicBezTo>
                  <a:pt x="121538" y="60489"/>
                  <a:pt x="116769" y="62705"/>
                  <a:pt x="111803" y="64473"/>
                </a:cubicBezTo>
                <a:cubicBezTo>
                  <a:pt x="98617" y="69186"/>
                  <a:pt x="81306" y="71823"/>
                  <a:pt x="62845" y="71823"/>
                </a:cubicBezTo>
                <a:cubicBezTo>
                  <a:pt x="44385" y="71823"/>
                  <a:pt x="27046" y="69158"/>
                  <a:pt x="13888" y="64473"/>
                </a:cubicBezTo>
                <a:cubicBezTo>
                  <a:pt x="8950" y="62705"/>
                  <a:pt x="4152" y="60489"/>
                  <a:pt x="0" y="57739"/>
                </a:cubicBezTo>
                <a:lnTo>
                  <a:pt x="0" y="80801"/>
                </a:lnTo>
                <a:cubicBezTo>
                  <a:pt x="0" y="93202"/>
                  <a:pt x="28140" y="103246"/>
                  <a:pt x="62845" y="103246"/>
                </a:cubicBezTo>
                <a:cubicBezTo>
                  <a:pt x="97551" y="103246"/>
                  <a:pt x="125691" y="93202"/>
                  <a:pt x="125691" y="80801"/>
                </a:cubicBezTo>
                <a:lnTo>
                  <a:pt x="125691" y="57739"/>
                </a:lnTo>
                <a:close/>
                <a:moveTo>
                  <a:pt x="125691" y="35912"/>
                </a:moveTo>
                <a:lnTo>
                  <a:pt x="125691" y="22445"/>
                </a:lnTo>
                <a:cubicBezTo>
                  <a:pt x="125691" y="10044"/>
                  <a:pt x="97551" y="0"/>
                  <a:pt x="62845" y="0"/>
                </a:cubicBezTo>
                <a:cubicBezTo>
                  <a:pt x="28140" y="0"/>
                  <a:pt x="0" y="10044"/>
                  <a:pt x="0" y="22445"/>
                </a:cubicBezTo>
                <a:lnTo>
                  <a:pt x="0" y="35912"/>
                </a:lnTo>
                <a:cubicBezTo>
                  <a:pt x="0" y="48312"/>
                  <a:pt x="28140" y="58356"/>
                  <a:pt x="62845" y="58356"/>
                </a:cubicBezTo>
                <a:cubicBezTo>
                  <a:pt x="97551" y="58356"/>
                  <a:pt x="125691" y="48312"/>
                  <a:pt x="125691" y="35912"/>
                </a:cubicBezTo>
                <a:close/>
                <a:moveTo>
                  <a:pt x="111803" y="109362"/>
                </a:moveTo>
                <a:cubicBezTo>
                  <a:pt x="98645" y="114047"/>
                  <a:pt x="81334" y="116713"/>
                  <a:pt x="62845" y="116713"/>
                </a:cubicBezTo>
                <a:cubicBezTo>
                  <a:pt x="44356" y="116713"/>
                  <a:pt x="27046" y="114047"/>
                  <a:pt x="13888" y="109362"/>
                </a:cubicBezTo>
                <a:cubicBezTo>
                  <a:pt x="8950" y="107595"/>
                  <a:pt x="4152" y="105378"/>
                  <a:pt x="0" y="102629"/>
                </a:cubicBezTo>
                <a:lnTo>
                  <a:pt x="0" y="121202"/>
                </a:lnTo>
                <a:cubicBezTo>
                  <a:pt x="0" y="133603"/>
                  <a:pt x="28140" y="143647"/>
                  <a:pt x="62845" y="143647"/>
                </a:cubicBezTo>
                <a:cubicBezTo>
                  <a:pt x="97551" y="143647"/>
                  <a:pt x="125691" y="133603"/>
                  <a:pt x="125691" y="121202"/>
                </a:cubicBezTo>
                <a:lnTo>
                  <a:pt x="125691" y="102629"/>
                </a:lnTo>
                <a:cubicBezTo>
                  <a:pt x="121538" y="105378"/>
                  <a:pt x="116769" y="107595"/>
                  <a:pt x="111803" y="109362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8" name="Text 6"/>
          <p:cNvSpPr/>
          <p:nvPr/>
        </p:nvSpPr>
        <p:spPr>
          <a:xfrm>
            <a:off x="879835" y="1813538"/>
            <a:ext cx="75414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Team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27317" y="1813538"/>
            <a:ext cx="529697" cy="215470"/>
          </a:xfrm>
          <a:custGeom>
            <a:avLst/>
            <a:gdLst/>
            <a:ahLst/>
            <a:cxnLst/>
            <a:rect l="l" t="t" r="r" b="b"/>
            <a:pathLst>
              <a:path w="529697" h="215470">
                <a:moveTo>
                  <a:pt x="35912" y="0"/>
                </a:moveTo>
                <a:lnTo>
                  <a:pt x="493784" y="0"/>
                </a:lnTo>
                <a:cubicBezTo>
                  <a:pt x="513618" y="0"/>
                  <a:pt x="529697" y="16079"/>
                  <a:pt x="529697" y="35912"/>
                </a:cubicBezTo>
                <a:lnTo>
                  <a:pt x="529697" y="179557"/>
                </a:lnTo>
                <a:cubicBezTo>
                  <a:pt x="529697" y="199391"/>
                  <a:pt x="513618" y="215470"/>
                  <a:pt x="493784" y="215470"/>
                </a:cubicBezTo>
                <a:lnTo>
                  <a:pt x="35912" y="215470"/>
                </a:lnTo>
                <a:cubicBezTo>
                  <a:pt x="16092" y="215470"/>
                  <a:pt x="0" y="199378"/>
                  <a:pt x="0" y="179557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27317" y="1813538"/>
            <a:ext cx="583564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8454" y="2100831"/>
            <a:ext cx="518923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schema changes for dashboard module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8454" y="2352212"/>
            <a:ext cx="73618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Mar 28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35095" y="2352212"/>
            <a:ext cx="98757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Data Eng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230" y="2760707"/>
            <a:ext cx="5350834" cy="942680"/>
          </a:xfrm>
          <a:custGeom>
            <a:avLst/>
            <a:gdLst/>
            <a:ahLst/>
            <a:cxnLst/>
            <a:rect l="l" t="t" r="r" b="b"/>
            <a:pathLst>
              <a:path w="5350834" h="942680">
                <a:moveTo>
                  <a:pt x="71823" y="0"/>
                </a:moveTo>
                <a:lnTo>
                  <a:pt x="5279011" y="0"/>
                </a:lnTo>
                <a:cubicBezTo>
                  <a:pt x="5318677" y="0"/>
                  <a:pt x="5350834" y="32156"/>
                  <a:pt x="5350834" y="71823"/>
                </a:cubicBezTo>
                <a:lnTo>
                  <a:pt x="5350834" y="870858"/>
                </a:lnTo>
                <a:cubicBezTo>
                  <a:pt x="5350834" y="910524"/>
                  <a:pt x="5318677" y="942680"/>
                  <a:pt x="5279011" y="942680"/>
                </a:cubicBezTo>
                <a:lnTo>
                  <a:pt x="71823" y="942680"/>
                </a:lnTo>
                <a:cubicBezTo>
                  <a:pt x="32156" y="942680"/>
                  <a:pt x="0" y="910524"/>
                  <a:pt x="0" y="870858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09" y="2908842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0"/>
                </a:moveTo>
                <a:cubicBezTo>
                  <a:pt x="73114" y="0"/>
                  <a:pt x="74404" y="281"/>
                  <a:pt x="75583" y="814"/>
                </a:cubicBezTo>
                <a:lnTo>
                  <a:pt x="128440" y="23230"/>
                </a:lnTo>
                <a:cubicBezTo>
                  <a:pt x="134613" y="25840"/>
                  <a:pt x="139214" y="31928"/>
                  <a:pt x="139186" y="39278"/>
                </a:cubicBezTo>
                <a:cubicBezTo>
                  <a:pt x="139045" y="67110"/>
                  <a:pt x="127599" y="118031"/>
                  <a:pt x="79258" y="141178"/>
                </a:cubicBezTo>
                <a:cubicBezTo>
                  <a:pt x="74573" y="143422"/>
                  <a:pt x="69130" y="143422"/>
                  <a:pt x="64445" y="141178"/>
                </a:cubicBezTo>
                <a:cubicBezTo>
                  <a:pt x="16076" y="118031"/>
                  <a:pt x="4657" y="67110"/>
                  <a:pt x="4517" y="39278"/>
                </a:cubicBezTo>
                <a:cubicBezTo>
                  <a:pt x="4489" y="31928"/>
                  <a:pt x="9090" y="25840"/>
                  <a:pt x="15262" y="23230"/>
                </a:cubicBezTo>
                <a:lnTo>
                  <a:pt x="68092" y="814"/>
                </a:lnTo>
                <a:cubicBezTo>
                  <a:pt x="69270" y="281"/>
                  <a:pt x="70533" y="0"/>
                  <a:pt x="71823" y="0"/>
                </a:cubicBezTo>
                <a:close/>
                <a:moveTo>
                  <a:pt x="71823" y="18741"/>
                </a:moveTo>
                <a:lnTo>
                  <a:pt x="71823" y="124821"/>
                </a:lnTo>
                <a:cubicBezTo>
                  <a:pt x="110541" y="106080"/>
                  <a:pt x="120949" y="64557"/>
                  <a:pt x="121202" y="39699"/>
                </a:cubicBezTo>
                <a:lnTo>
                  <a:pt x="71823" y="18769"/>
                </a:lnTo>
                <a:lnTo>
                  <a:pt x="71823" y="18769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879835" y="2872931"/>
            <a:ext cx="98757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Team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9282" y="2872931"/>
            <a:ext cx="664365" cy="215470"/>
          </a:xfrm>
          <a:custGeom>
            <a:avLst/>
            <a:gdLst/>
            <a:ahLst/>
            <a:cxnLst/>
            <a:rect l="l" t="t" r="r" b="b"/>
            <a:pathLst>
              <a:path w="664365" h="215470">
                <a:moveTo>
                  <a:pt x="35912" y="0"/>
                </a:moveTo>
                <a:lnTo>
                  <a:pt x="628453" y="0"/>
                </a:lnTo>
                <a:cubicBezTo>
                  <a:pt x="648287" y="0"/>
                  <a:pt x="664365" y="16079"/>
                  <a:pt x="664365" y="35912"/>
                </a:cubicBezTo>
                <a:lnTo>
                  <a:pt x="664365" y="179557"/>
                </a:lnTo>
                <a:cubicBezTo>
                  <a:pt x="664365" y="199391"/>
                  <a:pt x="648287" y="215470"/>
                  <a:pt x="628453" y="215470"/>
                </a:cubicBezTo>
                <a:lnTo>
                  <a:pt x="35912" y="215470"/>
                </a:lnTo>
                <a:cubicBezTo>
                  <a:pt x="16092" y="215470"/>
                  <a:pt x="0" y="199378"/>
                  <a:pt x="0" y="179557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89282" y="2872931"/>
            <a:ext cx="71823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8454" y="3160224"/>
            <a:ext cx="518923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flow security review and compliance sign-off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454" y="3411605"/>
            <a:ext cx="6374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74303" y="3411605"/>
            <a:ext cx="94268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Security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230" y="3820100"/>
            <a:ext cx="5350834" cy="942680"/>
          </a:xfrm>
          <a:custGeom>
            <a:avLst/>
            <a:gdLst/>
            <a:ahLst/>
            <a:cxnLst/>
            <a:rect l="l" t="t" r="r" b="b"/>
            <a:pathLst>
              <a:path w="5350834" h="942680">
                <a:moveTo>
                  <a:pt x="71823" y="0"/>
                </a:moveTo>
                <a:lnTo>
                  <a:pt x="5279011" y="0"/>
                </a:lnTo>
                <a:cubicBezTo>
                  <a:pt x="5318677" y="0"/>
                  <a:pt x="5350834" y="32156"/>
                  <a:pt x="5350834" y="71823"/>
                </a:cubicBezTo>
                <a:lnTo>
                  <a:pt x="5350834" y="870858"/>
                </a:lnTo>
                <a:cubicBezTo>
                  <a:pt x="5350834" y="910524"/>
                  <a:pt x="5318677" y="942680"/>
                  <a:pt x="5279011" y="942680"/>
                </a:cubicBezTo>
                <a:lnTo>
                  <a:pt x="71823" y="942680"/>
                </a:lnTo>
                <a:cubicBezTo>
                  <a:pt x="32156" y="942680"/>
                  <a:pt x="0" y="910524"/>
                  <a:pt x="0" y="870858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432" y="3968236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134809" y="2890"/>
                </a:moveTo>
                <a:lnTo>
                  <a:pt x="72693" y="44328"/>
                </a:lnTo>
                <a:cubicBezTo>
                  <a:pt x="64529" y="49771"/>
                  <a:pt x="59338" y="58609"/>
                  <a:pt x="58497" y="68260"/>
                </a:cubicBezTo>
                <a:cubicBezTo>
                  <a:pt x="75976" y="71851"/>
                  <a:pt x="89751" y="85627"/>
                  <a:pt x="93370" y="103134"/>
                </a:cubicBezTo>
                <a:cubicBezTo>
                  <a:pt x="103050" y="102292"/>
                  <a:pt x="111859" y="97102"/>
                  <a:pt x="117302" y="88937"/>
                </a:cubicBezTo>
                <a:lnTo>
                  <a:pt x="158713" y="26793"/>
                </a:lnTo>
                <a:cubicBezTo>
                  <a:pt x="160592" y="23960"/>
                  <a:pt x="161602" y="20649"/>
                  <a:pt x="161602" y="17226"/>
                </a:cubicBezTo>
                <a:cubicBezTo>
                  <a:pt x="161602" y="7715"/>
                  <a:pt x="153887" y="0"/>
                  <a:pt x="144376" y="0"/>
                </a:cubicBezTo>
                <a:cubicBezTo>
                  <a:pt x="140981" y="0"/>
                  <a:pt x="137643" y="1010"/>
                  <a:pt x="134809" y="2890"/>
                </a:cubicBezTo>
                <a:close/>
                <a:moveTo>
                  <a:pt x="80801" y="112224"/>
                </a:moveTo>
                <a:cubicBezTo>
                  <a:pt x="80801" y="94857"/>
                  <a:pt x="66745" y="80801"/>
                  <a:pt x="49378" y="80801"/>
                </a:cubicBezTo>
                <a:cubicBezTo>
                  <a:pt x="32012" y="80801"/>
                  <a:pt x="17956" y="94857"/>
                  <a:pt x="17956" y="112224"/>
                </a:cubicBezTo>
                <a:cubicBezTo>
                  <a:pt x="17956" y="113318"/>
                  <a:pt x="18012" y="114412"/>
                  <a:pt x="18124" y="115478"/>
                </a:cubicBezTo>
                <a:cubicBezTo>
                  <a:pt x="18629" y="120388"/>
                  <a:pt x="15262" y="125691"/>
                  <a:pt x="10325" y="125691"/>
                </a:cubicBezTo>
                <a:lnTo>
                  <a:pt x="8978" y="125691"/>
                </a:lnTo>
                <a:cubicBezTo>
                  <a:pt x="4012" y="125691"/>
                  <a:pt x="0" y="129703"/>
                  <a:pt x="0" y="134669"/>
                </a:cubicBezTo>
                <a:cubicBezTo>
                  <a:pt x="0" y="139635"/>
                  <a:pt x="4012" y="143647"/>
                  <a:pt x="8978" y="143647"/>
                </a:cubicBezTo>
                <a:lnTo>
                  <a:pt x="49378" y="143647"/>
                </a:lnTo>
                <a:cubicBezTo>
                  <a:pt x="66745" y="143647"/>
                  <a:pt x="80801" y="129591"/>
                  <a:pt x="80801" y="11222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879835" y="3932324"/>
            <a:ext cx="102348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9282" y="3932324"/>
            <a:ext cx="664365" cy="215470"/>
          </a:xfrm>
          <a:custGeom>
            <a:avLst/>
            <a:gdLst/>
            <a:ahLst/>
            <a:cxnLst/>
            <a:rect l="l" t="t" r="r" b="b"/>
            <a:pathLst>
              <a:path w="664365" h="215470">
                <a:moveTo>
                  <a:pt x="35912" y="0"/>
                </a:moveTo>
                <a:lnTo>
                  <a:pt x="628453" y="0"/>
                </a:lnTo>
                <a:cubicBezTo>
                  <a:pt x="648287" y="0"/>
                  <a:pt x="664365" y="16079"/>
                  <a:pt x="664365" y="35912"/>
                </a:cubicBezTo>
                <a:lnTo>
                  <a:pt x="664365" y="179557"/>
                </a:lnTo>
                <a:cubicBezTo>
                  <a:pt x="664365" y="199391"/>
                  <a:pt x="648287" y="215470"/>
                  <a:pt x="628453" y="215470"/>
                </a:cubicBezTo>
                <a:lnTo>
                  <a:pt x="35912" y="215470"/>
                </a:lnTo>
                <a:cubicBezTo>
                  <a:pt x="16092" y="215470"/>
                  <a:pt x="0" y="199378"/>
                  <a:pt x="0" y="179557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89282" y="3932324"/>
            <a:ext cx="71823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8454" y="4219617"/>
            <a:ext cx="518923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component library updates for user center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8454" y="4470999"/>
            <a:ext cx="6374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6498" y="4470999"/>
            <a:ext cx="112223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Design Ops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6230" y="4879493"/>
            <a:ext cx="5350834" cy="942680"/>
          </a:xfrm>
          <a:custGeom>
            <a:avLst/>
            <a:gdLst/>
            <a:ahLst/>
            <a:cxnLst/>
            <a:rect l="l" t="t" r="r" b="b"/>
            <a:pathLst>
              <a:path w="5350834" h="942680">
                <a:moveTo>
                  <a:pt x="71823" y="0"/>
                </a:moveTo>
                <a:lnTo>
                  <a:pt x="5279011" y="0"/>
                </a:lnTo>
                <a:cubicBezTo>
                  <a:pt x="5318677" y="0"/>
                  <a:pt x="5350834" y="32156"/>
                  <a:pt x="5350834" y="71823"/>
                </a:cubicBezTo>
                <a:lnTo>
                  <a:pt x="5350834" y="870858"/>
                </a:lnTo>
                <a:cubicBezTo>
                  <a:pt x="5350834" y="910524"/>
                  <a:pt x="5318677" y="942680"/>
                  <a:pt x="5279011" y="942680"/>
                </a:cubicBezTo>
                <a:lnTo>
                  <a:pt x="71823" y="942680"/>
                </a:lnTo>
                <a:cubicBezTo>
                  <a:pt x="32156" y="942680"/>
                  <a:pt x="0" y="910524"/>
                  <a:pt x="0" y="870858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5387" y="5027629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35912" y="-8978"/>
                </a:moveTo>
                <a:cubicBezTo>
                  <a:pt x="40878" y="-8978"/>
                  <a:pt x="44890" y="-4966"/>
                  <a:pt x="44890" y="0"/>
                </a:cubicBezTo>
                <a:lnTo>
                  <a:pt x="44890" y="26934"/>
                </a:lnTo>
                <a:lnTo>
                  <a:pt x="80801" y="26934"/>
                </a:lnTo>
                <a:lnTo>
                  <a:pt x="80801" y="0"/>
                </a:lnTo>
                <a:cubicBezTo>
                  <a:pt x="80801" y="-4966"/>
                  <a:pt x="84813" y="-8978"/>
                  <a:pt x="89779" y="-8978"/>
                </a:cubicBezTo>
                <a:cubicBezTo>
                  <a:pt x="94745" y="-8978"/>
                  <a:pt x="98757" y="-4966"/>
                  <a:pt x="98757" y="0"/>
                </a:cubicBezTo>
                <a:lnTo>
                  <a:pt x="98757" y="26934"/>
                </a:lnTo>
                <a:lnTo>
                  <a:pt x="116713" y="26934"/>
                </a:lnTo>
                <a:cubicBezTo>
                  <a:pt x="121679" y="26934"/>
                  <a:pt x="125691" y="30946"/>
                  <a:pt x="125691" y="35912"/>
                </a:cubicBezTo>
                <a:cubicBezTo>
                  <a:pt x="125691" y="40878"/>
                  <a:pt x="121679" y="44890"/>
                  <a:pt x="116713" y="44890"/>
                </a:cubicBezTo>
                <a:lnTo>
                  <a:pt x="116713" y="62845"/>
                </a:lnTo>
                <a:cubicBezTo>
                  <a:pt x="116713" y="89527"/>
                  <a:pt x="97298" y="111691"/>
                  <a:pt x="71823" y="115955"/>
                </a:cubicBezTo>
                <a:lnTo>
                  <a:pt x="71823" y="134669"/>
                </a:lnTo>
                <a:cubicBezTo>
                  <a:pt x="71823" y="139635"/>
                  <a:pt x="67811" y="143647"/>
                  <a:pt x="62845" y="143647"/>
                </a:cubicBezTo>
                <a:cubicBezTo>
                  <a:pt x="57879" y="143647"/>
                  <a:pt x="53867" y="139635"/>
                  <a:pt x="53867" y="134669"/>
                </a:cubicBezTo>
                <a:lnTo>
                  <a:pt x="53867" y="115955"/>
                </a:lnTo>
                <a:cubicBezTo>
                  <a:pt x="28393" y="111691"/>
                  <a:pt x="8978" y="89527"/>
                  <a:pt x="8978" y="62845"/>
                </a:cubicBezTo>
                <a:lnTo>
                  <a:pt x="8978" y="44890"/>
                </a:lnTo>
                <a:cubicBezTo>
                  <a:pt x="4012" y="44890"/>
                  <a:pt x="0" y="40878"/>
                  <a:pt x="0" y="35912"/>
                </a:cubicBezTo>
                <a:cubicBezTo>
                  <a:pt x="0" y="30946"/>
                  <a:pt x="4012" y="26934"/>
                  <a:pt x="8978" y="26934"/>
                </a:cubicBezTo>
                <a:lnTo>
                  <a:pt x="26934" y="26934"/>
                </a:lnTo>
                <a:lnTo>
                  <a:pt x="26934" y="0"/>
                </a:lnTo>
                <a:cubicBezTo>
                  <a:pt x="26934" y="-4966"/>
                  <a:pt x="30946" y="-8978"/>
                  <a:pt x="35912" y="-8978"/>
                </a:cubicBezTo>
                <a:close/>
              </a:path>
            </a:pathLst>
          </a:custGeom>
          <a:solidFill>
            <a:srgbClr val="E8E9EA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79835" y="4991717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Provider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46937" y="4991717"/>
            <a:ext cx="610498" cy="215470"/>
          </a:xfrm>
          <a:custGeom>
            <a:avLst/>
            <a:gdLst/>
            <a:ahLst/>
            <a:cxnLst/>
            <a:rect l="l" t="t" r="r" b="b"/>
            <a:pathLst>
              <a:path w="610498" h="215470">
                <a:moveTo>
                  <a:pt x="35912" y="0"/>
                </a:moveTo>
                <a:lnTo>
                  <a:pt x="574585" y="0"/>
                </a:lnTo>
                <a:cubicBezTo>
                  <a:pt x="594419" y="0"/>
                  <a:pt x="610498" y="16079"/>
                  <a:pt x="610498" y="35912"/>
                </a:cubicBezTo>
                <a:lnTo>
                  <a:pt x="610498" y="179557"/>
                </a:lnTo>
                <a:cubicBezTo>
                  <a:pt x="610498" y="199391"/>
                  <a:pt x="594419" y="215470"/>
                  <a:pt x="574585" y="215470"/>
                </a:cubicBezTo>
                <a:lnTo>
                  <a:pt x="35912" y="215470"/>
                </a:lnTo>
                <a:cubicBezTo>
                  <a:pt x="16092" y="215470"/>
                  <a:pt x="0" y="199378"/>
                  <a:pt x="0" y="179557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146937" y="4991717"/>
            <a:ext cx="664365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8454" y="5279010"/>
            <a:ext cx="518923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 Pay sandbox credentials and API documentation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8454" y="5530392"/>
            <a:ext cx="73618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Mar 28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34635" y="5530392"/>
            <a:ext cx="11850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Partnerships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3294" y="1153661"/>
            <a:ext cx="5656082" cy="2325278"/>
          </a:xfrm>
          <a:custGeom>
            <a:avLst/>
            <a:gdLst/>
            <a:ahLst/>
            <a:cxnLst/>
            <a:rect l="l" t="t" r="r" b="b"/>
            <a:pathLst>
              <a:path w="5656082" h="2325278">
                <a:moveTo>
                  <a:pt x="107730" y="0"/>
                </a:moveTo>
                <a:lnTo>
                  <a:pt x="5548352" y="0"/>
                </a:lnTo>
                <a:cubicBezTo>
                  <a:pt x="5607850" y="0"/>
                  <a:pt x="5656082" y="48232"/>
                  <a:pt x="5656082" y="107730"/>
                </a:cubicBezTo>
                <a:lnTo>
                  <a:pt x="5656082" y="2217548"/>
                </a:lnTo>
                <a:cubicBezTo>
                  <a:pt x="5656082" y="2277046"/>
                  <a:pt x="5607850" y="2325278"/>
                  <a:pt x="5548352" y="2325278"/>
                </a:cubicBezTo>
                <a:lnTo>
                  <a:pt x="107730" y="2325278"/>
                </a:lnTo>
                <a:cubicBezTo>
                  <a:pt x="48232" y="2325278"/>
                  <a:pt x="0" y="2277046"/>
                  <a:pt x="0" y="2217548"/>
                </a:cubicBezTo>
                <a:lnTo>
                  <a:pt x="0" y="107730"/>
                </a:lnTo>
                <a:cubicBezTo>
                  <a:pt x="0" y="48272"/>
                  <a:pt x="48272" y="0"/>
                  <a:pt x="107730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1430" y="1301797"/>
            <a:ext cx="544061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Status Overview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5919" y="1665402"/>
            <a:ext cx="2621549" cy="727211"/>
          </a:xfrm>
          <a:custGeom>
            <a:avLst/>
            <a:gdLst/>
            <a:ahLst/>
            <a:cxnLst/>
            <a:rect l="l" t="t" r="r" b="b"/>
            <a:pathLst>
              <a:path w="2621549" h="727211">
                <a:moveTo>
                  <a:pt x="71827" y="0"/>
                </a:moveTo>
                <a:lnTo>
                  <a:pt x="2549723" y="0"/>
                </a:lnTo>
                <a:cubicBezTo>
                  <a:pt x="2589391" y="0"/>
                  <a:pt x="2621549" y="32158"/>
                  <a:pt x="2621549" y="71827"/>
                </a:cubicBezTo>
                <a:lnTo>
                  <a:pt x="2621549" y="655384"/>
                </a:lnTo>
                <a:cubicBezTo>
                  <a:pt x="2621549" y="695053"/>
                  <a:pt x="2589391" y="727211"/>
                  <a:pt x="2549723" y="727211"/>
                </a:cubicBezTo>
                <a:lnTo>
                  <a:pt x="71827" y="727211"/>
                </a:lnTo>
                <a:cubicBezTo>
                  <a:pt x="32158" y="727211"/>
                  <a:pt x="0" y="695053"/>
                  <a:pt x="0" y="655384"/>
                </a:cubicBezTo>
                <a:lnTo>
                  <a:pt x="0" y="71827"/>
                </a:lnTo>
                <a:cubicBezTo>
                  <a:pt x="0" y="32158"/>
                  <a:pt x="32158" y="0"/>
                  <a:pt x="71827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0808" y="1777626"/>
            <a:ext cx="2531770" cy="3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6720" y="2100831"/>
            <a:ext cx="245994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60183" y="1665402"/>
            <a:ext cx="2621549" cy="727211"/>
          </a:xfrm>
          <a:custGeom>
            <a:avLst/>
            <a:gdLst/>
            <a:ahLst/>
            <a:cxnLst/>
            <a:rect l="l" t="t" r="r" b="b"/>
            <a:pathLst>
              <a:path w="2621549" h="727211">
                <a:moveTo>
                  <a:pt x="71827" y="0"/>
                </a:moveTo>
                <a:lnTo>
                  <a:pt x="2549723" y="0"/>
                </a:lnTo>
                <a:cubicBezTo>
                  <a:pt x="2589391" y="0"/>
                  <a:pt x="2621549" y="32158"/>
                  <a:pt x="2621549" y="71827"/>
                </a:cubicBezTo>
                <a:lnTo>
                  <a:pt x="2621549" y="655384"/>
                </a:lnTo>
                <a:cubicBezTo>
                  <a:pt x="2621549" y="695053"/>
                  <a:pt x="2589391" y="727211"/>
                  <a:pt x="2549723" y="727211"/>
                </a:cubicBezTo>
                <a:lnTo>
                  <a:pt x="71827" y="727211"/>
                </a:lnTo>
                <a:cubicBezTo>
                  <a:pt x="32158" y="727211"/>
                  <a:pt x="0" y="695053"/>
                  <a:pt x="0" y="655384"/>
                </a:cubicBezTo>
                <a:lnTo>
                  <a:pt x="0" y="71827"/>
                </a:lnTo>
                <a:cubicBezTo>
                  <a:pt x="0" y="32158"/>
                  <a:pt x="32158" y="0"/>
                  <a:pt x="71827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05072" y="1777626"/>
            <a:ext cx="2531770" cy="3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1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40984" y="2100831"/>
            <a:ext cx="245994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Risk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1430" y="2504837"/>
            <a:ext cx="5359811" cy="825968"/>
          </a:xfrm>
          <a:custGeom>
            <a:avLst/>
            <a:gdLst/>
            <a:ahLst/>
            <a:cxnLst/>
            <a:rect l="l" t="t" r="r" b="b"/>
            <a:pathLst>
              <a:path w="5359811" h="825968">
                <a:moveTo>
                  <a:pt x="71826" y="0"/>
                </a:moveTo>
                <a:lnTo>
                  <a:pt x="5287985" y="0"/>
                </a:lnTo>
                <a:cubicBezTo>
                  <a:pt x="5327627" y="0"/>
                  <a:pt x="5359811" y="32184"/>
                  <a:pt x="5359811" y="71826"/>
                </a:cubicBezTo>
                <a:lnTo>
                  <a:pt x="5359811" y="754141"/>
                </a:lnTo>
                <a:cubicBezTo>
                  <a:pt x="5359811" y="793810"/>
                  <a:pt x="5327654" y="825968"/>
                  <a:pt x="5287985" y="825968"/>
                </a:cubicBezTo>
                <a:lnTo>
                  <a:pt x="71826" y="825968"/>
                </a:lnTo>
                <a:cubicBezTo>
                  <a:pt x="32184" y="825968"/>
                  <a:pt x="0" y="793783"/>
                  <a:pt x="0" y="754141"/>
                </a:cubicBezTo>
                <a:lnTo>
                  <a:pt x="0" y="71826"/>
                </a:lnTo>
                <a:cubicBezTo>
                  <a:pt x="0" y="32184"/>
                  <a:pt x="32184" y="0"/>
                  <a:pt x="718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29165" y="2612571"/>
            <a:ext cx="520718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Alert: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team dependency may delay analytics module by 3-5 days if not resolved by Mar 28.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29165" y="3043511"/>
            <a:ext cx="520718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Mitigation: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Parallel development with mock data; scope reduction option identified.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3294" y="3631564"/>
            <a:ext cx="5656082" cy="2630527"/>
          </a:xfrm>
          <a:custGeom>
            <a:avLst/>
            <a:gdLst/>
            <a:ahLst/>
            <a:cxnLst/>
            <a:rect l="l" t="t" r="r" b="b"/>
            <a:pathLst>
              <a:path w="5656082" h="2630527">
                <a:moveTo>
                  <a:pt x="107746" y="0"/>
                </a:moveTo>
                <a:lnTo>
                  <a:pt x="5548336" y="0"/>
                </a:lnTo>
                <a:cubicBezTo>
                  <a:pt x="5607843" y="0"/>
                  <a:pt x="5656082" y="48240"/>
                  <a:pt x="5656082" y="107746"/>
                </a:cubicBezTo>
                <a:lnTo>
                  <a:pt x="5656082" y="2522781"/>
                </a:lnTo>
                <a:cubicBezTo>
                  <a:pt x="5656082" y="2582288"/>
                  <a:pt x="5607843" y="2630527"/>
                  <a:pt x="5548336" y="2630527"/>
                </a:cubicBezTo>
                <a:lnTo>
                  <a:pt x="107746" y="2630527"/>
                </a:lnTo>
                <a:cubicBezTo>
                  <a:pt x="48240" y="2630527"/>
                  <a:pt x="0" y="2582288"/>
                  <a:pt x="0" y="2522781"/>
                </a:cubicBezTo>
                <a:lnTo>
                  <a:pt x="0" y="107746"/>
                </a:lnTo>
                <a:cubicBezTo>
                  <a:pt x="0" y="48280"/>
                  <a:pt x="48280" y="0"/>
                  <a:pt x="10774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1430" y="3779700"/>
            <a:ext cx="544061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Plan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1430" y="4138816"/>
            <a:ext cx="5359811" cy="610498"/>
          </a:xfrm>
          <a:custGeom>
            <a:avLst/>
            <a:gdLst/>
            <a:ahLst/>
            <a:cxnLst/>
            <a:rect l="l" t="t" r="r" b="b"/>
            <a:pathLst>
              <a:path w="5359811" h="610498">
                <a:moveTo>
                  <a:pt x="71825" y="0"/>
                </a:moveTo>
                <a:lnTo>
                  <a:pt x="5287986" y="0"/>
                </a:lnTo>
                <a:cubicBezTo>
                  <a:pt x="5327628" y="0"/>
                  <a:pt x="5359811" y="32184"/>
                  <a:pt x="5359811" y="71825"/>
                </a:cubicBezTo>
                <a:lnTo>
                  <a:pt x="5359811" y="538673"/>
                </a:lnTo>
                <a:cubicBezTo>
                  <a:pt x="5359811" y="578341"/>
                  <a:pt x="5327654" y="610498"/>
                  <a:pt x="5287986" y="610498"/>
                </a:cubicBezTo>
                <a:lnTo>
                  <a:pt x="71825" y="610498"/>
                </a:lnTo>
                <a:cubicBezTo>
                  <a:pt x="32184" y="610498"/>
                  <a:pt x="0" y="578314"/>
                  <a:pt x="0" y="538673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56098" y="4282462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35912" y="0"/>
                </a:moveTo>
                <a:cubicBezTo>
                  <a:pt x="40878" y="0"/>
                  <a:pt x="44890" y="4012"/>
                  <a:pt x="44890" y="8978"/>
                </a:cubicBezTo>
                <a:lnTo>
                  <a:pt x="44890" y="17956"/>
                </a:lnTo>
                <a:lnTo>
                  <a:pt x="80801" y="17956"/>
                </a:lnTo>
                <a:lnTo>
                  <a:pt x="80801" y="8978"/>
                </a:lnTo>
                <a:cubicBezTo>
                  <a:pt x="80801" y="4012"/>
                  <a:pt x="84813" y="0"/>
                  <a:pt x="89779" y="0"/>
                </a:cubicBezTo>
                <a:cubicBezTo>
                  <a:pt x="94745" y="0"/>
                  <a:pt x="98757" y="4012"/>
                  <a:pt x="98757" y="8978"/>
                </a:cubicBezTo>
                <a:lnTo>
                  <a:pt x="98757" y="17956"/>
                </a:lnTo>
                <a:lnTo>
                  <a:pt x="107735" y="17956"/>
                </a:lnTo>
                <a:cubicBezTo>
                  <a:pt x="117639" y="17956"/>
                  <a:pt x="125691" y="26008"/>
                  <a:pt x="125691" y="35912"/>
                </a:cubicBezTo>
                <a:lnTo>
                  <a:pt x="125691" y="116713"/>
                </a:lnTo>
                <a:cubicBezTo>
                  <a:pt x="125691" y="126617"/>
                  <a:pt x="117639" y="134669"/>
                  <a:pt x="107735" y="134669"/>
                </a:cubicBezTo>
                <a:lnTo>
                  <a:pt x="17956" y="134669"/>
                </a:lnTo>
                <a:cubicBezTo>
                  <a:pt x="8052" y="134669"/>
                  <a:pt x="0" y="126617"/>
                  <a:pt x="0" y="116713"/>
                </a:cubicBezTo>
                <a:lnTo>
                  <a:pt x="0" y="35912"/>
                </a:lnTo>
                <a:cubicBezTo>
                  <a:pt x="0" y="26008"/>
                  <a:pt x="8052" y="17956"/>
                  <a:pt x="17956" y="17956"/>
                </a:cubicBezTo>
                <a:lnTo>
                  <a:pt x="26934" y="17956"/>
                </a:lnTo>
                <a:lnTo>
                  <a:pt x="26934" y="8978"/>
                </a:lnTo>
                <a:cubicBezTo>
                  <a:pt x="26934" y="4012"/>
                  <a:pt x="30946" y="0"/>
                  <a:pt x="35912" y="0"/>
                </a:cubicBezTo>
                <a:close/>
                <a:moveTo>
                  <a:pt x="35912" y="71823"/>
                </a:moveTo>
                <a:cubicBezTo>
                  <a:pt x="30946" y="71823"/>
                  <a:pt x="26934" y="75835"/>
                  <a:pt x="26934" y="80801"/>
                </a:cubicBezTo>
                <a:lnTo>
                  <a:pt x="26934" y="98757"/>
                </a:lnTo>
                <a:cubicBezTo>
                  <a:pt x="26934" y="103723"/>
                  <a:pt x="30946" y="107735"/>
                  <a:pt x="35912" y="107735"/>
                </a:cubicBezTo>
                <a:lnTo>
                  <a:pt x="53867" y="107735"/>
                </a:lnTo>
                <a:cubicBezTo>
                  <a:pt x="58833" y="107735"/>
                  <a:pt x="62845" y="103723"/>
                  <a:pt x="62845" y="98757"/>
                </a:cubicBezTo>
                <a:lnTo>
                  <a:pt x="62845" y="80801"/>
                </a:lnTo>
                <a:cubicBezTo>
                  <a:pt x="62845" y="75835"/>
                  <a:pt x="58833" y="71823"/>
                  <a:pt x="53867" y="71823"/>
                </a:cubicBezTo>
                <a:lnTo>
                  <a:pt x="35912" y="71823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3" name="Text 51"/>
          <p:cNvSpPr/>
          <p:nvPr/>
        </p:nvSpPr>
        <p:spPr>
          <a:xfrm>
            <a:off x="6716458" y="4246551"/>
            <a:ext cx="24419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Standups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16458" y="4462021"/>
            <a:ext cx="24330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9:00 AM • Dependency blockers discussed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1430" y="4821137"/>
            <a:ext cx="5359811" cy="610498"/>
          </a:xfrm>
          <a:custGeom>
            <a:avLst/>
            <a:gdLst/>
            <a:ahLst/>
            <a:cxnLst/>
            <a:rect l="l" t="t" r="r" b="b"/>
            <a:pathLst>
              <a:path w="5359811" h="610498">
                <a:moveTo>
                  <a:pt x="71825" y="0"/>
                </a:moveTo>
                <a:lnTo>
                  <a:pt x="5287986" y="0"/>
                </a:lnTo>
                <a:cubicBezTo>
                  <a:pt x="5327628" y="0"/>
                  <a:pt x="5359811" y="32184"/>
                  <a:pt x="5359811" y="71825"/>
                </a:cubicBezTo>
                <a:lnTo>
                  <a:pt x="5359811" y="538673"/>
                </a:lnTo>
                <a:cubicBezTo>
                  <a:pt x="5359811" y="578341"/>
                  <a:pt x="5327654" y="610498"/>
                  <a:pt x="5287986" y="610498"/>
                </a:cubicBezTo>
                <a:lnTo>
                  <a:pt x="71825" y="610498"/>
                </a:lnTo>
                <a:cubicBezTo>
                  <a:pt x="32184" y="610498"/>
                  <a:pt x="0" y="578314"/>
                  <a:pt x="0" y="538673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29165" y="4964784"/>
            <a:ext cx="179558" cy="143647"/>
          </a:xfrm>
          <a:custGeom>
            <a:avLst/>
            <a:gdLst/>
            <a:ahLst/>
            <a:cxnLst/>
            <a:rect l="l" t="t" r="r" b="b"/>
            <a:pathLst>
              <a:path w="179558" h="143647">
                <a:moveTo>
                  <a:pt x="89779" y="4489"/>
                </a:moveTo>
                <a:cubicBezTo>
                  <a:pt x="105883" y="4489"/>
                  <a:pt x="118957" y="17563"/>
                  <a:pt x="118957" y="33667"/>
                </a:cubicBezTo>
                <a:cubicBezTo>
                  <a:pt x="118957" y="49771"/>
                  <a:pt x="105883" y="62845"/>
                  <a:pt x="89779" y="62845"/>
                </a:cubicBezTo>
                <a:cubicBezTo>
                  <a:pt x="73675" y="62845"/>
                  <a:pt x="60601" y="49771"/>
                  <a:pt x="60601" y="33667"/>
                </a:cubicBezTo>
                <a:cubicBezTo>
                  <a:pt x="60601" y="17563"/>
                  <a:pt x="73675" y="4489"/>
                  <a:pt x="89779" y="4489"/>
                </a:cubicBezTo>
                <a:close/>
                <a:moveTo>
                  <a:pt x="26934" y="24689"/>
                </a:moveTo>
                <a:cubicBezTo>
                  <a:pt x="38083" y="24689"/>
                  <a:pt x="47134" y="33741"/>
                  <a:pt x="47134" y="44890"/>
                </a:cubicBezTo>
                <a:cubicBezTo>
                  <a:pt x="47134" y="56038"/>
                  <a:pt x="38083" y="65090"/>
                  <a:pt x="26934" y="65090"/>
                </a:cubicBezTo>
                <a:cubicBezTo>
                  <a:pt x="15785" y="65090"/>
                  <a:pt x="6733" y="56038"/>
                  <a:pt x="6733" y="44890"/>
                </a:cubicBezTo>
                <a:cubicBezTo>
                  <a:pt x="6733" y="33741"/>
                  <a:pt x="15785" y="24689"/>
                  <a:pt x="26934" y="24689"/>
                </a:cubicBezTo>
                <a:close/>
                <a:moveTo>
                  <a:pt x="0" y="116713"/>
                </a:moveTo>
                <a:cubicBezTo>
                  <a:pt x="0" y="96877"/>
                  <a:pt x="16076" y="80801"/>
                  <a:pt x="35912" y="80801"/>
                </a:cubicBezTo>
                <a:cubicBezTo>
                  <a:pt x="39503" y="80801"/>
                  <a:pt x="42982" y="81334"/>
                  <a:pt x="46264" y="82316"/>
                </a:cubicBezTo>
                <a:cubicBezTo>
                  <a:pt x="37034" y="92641"/>
                  <a:pt x="31423" y="106276"/>
                  <a:pt x="31423" y="121202"/>
                </a:cubicBezTo>
                <a:lnTo>
                  <a:pt x="31423" y="125691"/>
                </a:lnTo>
                <a:cubicBezTo>
                  <a:pt x="31423" y="128889"/>
                  <a:pt x="32096" y="131919"/>
                  <a:pt x="33302" y="134669"/>
                </a:cubicBezTo>
                <a:lnTo>
                  <a:pt x="8978" y="134669"/>
                </a:lnTo>
                <a:cubicBezTo>
                  <a:pt x="4012" y="134669"/>
                  <a:pt x="0" y="130657"/>
                  <a:pt x="0" y="125691"/>
                </a:cubicBezTo>
                <a:lnTo>
                  <a:pt x="0" y="116713"/>
                </a:lnTo>
                <a:close/>
                <a:moveTo>
                  <a:pt x="146256" y="134669"/>
                </a:moveTo>
                <a:cubicBezTo>
                  <a:pt x="147462" y="131919"/>
                  <a:pt x="148135" y="128889"/>
                  <a:pt x="148135" y="125691"/>
                </a:cubicBezTo>
                <a:lnTo>
                  <a:pt x="148135" y="121202"/>
                </a:lnTo>
                <a:cubicBezTo>
                  <a:pt x="148135" y="106276"/>
                  <a:pt x="142524" y="92641"/>
                  <a:pt x="133294" y="82316"/>
                </a:cubicBezTo>
                <a:cubicBezTo>
                  <a:pt x="136576" y="81334"/>
                  <a:pt x="140055" y="80801"/>
                  <a:pt x="143647" y="80801"/>
                </a:cubicBezTo>
                <a:cubicBezTo>
                  <a:pt x="163482" y="80801"/>
                  <a:pt x="179558" y="96877"/>
                  <a:pt x="179558" y="116713"/>
                </a:cubicBezTo>
                <a:lnTo>
                  <a:pt x="179558" y="125691"/>
                </a:lnTo>
                <a:cubicBezTo>
                  <a:pt x="179558" y="130657"/>
                  <a:pt x="175546" y="134669"/>
                  <a:pt x="170580" y="134669"/>
                </a:cubicBezTo>
                <a:lnTo>
                  <a:pt x="146256" y="134669"/>
                </a:lnTo>
                <a:close/>
                <a:moveTo>
                  <a:pt x="132424" y="44890"/>
                </a:moveTo>
                <a:cubicBezTo>
                  <a:pt x="132424" y="33741"/>
                  <a:pt x="141476" y="24689"/>
                  <a:pt x="152624" y="24689"/>
                </a:cubicBezTo>
                <a:cubicBezTo>
                  <a:pt x="163773" y="24689"/>
                  <a:pt x="172825" y="33741"/>
                  <a:pt x="172825" y="44890"/>
                </a:cubicBezTo>
                <a:cubicBezTo>
                  <a:pt x="172825" y="56038"/>
                  <a:pt x="163773" y="65090"/>
                  <a:pt x="152624" y="65090"/>
                </a:cubicBezTo>
                <a:cubicBezTo>
                  <a:pt x="141476" y="65090"/>
                  <a:pt x="132424" y="56038"/>
                  <a:pt x="132424" y="44890"/>
                </a:cubicBezTo>
                <a:close/>
                <a:moveTo>
                  <a:pt x="44890" y="121202"/>
                </a:moveTo>
                <a:cubicBezTo>
                  <a:pt x="44890" y="96400"/>
                  <a:pt x="64978" y="76312"/>
                  <a:pt x="89779" y="76312"/>
                </a:cubicBezTo>
                <a:cubicBezTo>
                  <a:pt x="114581" y="76312"/>
                  <a:pt x="134669" y="96400"/>
                  <a:pt x="134669" y="121202"/>
                </a:cubicBezTo>
                <a:lnTo>
                  <a:pt x="134669" y="125691"/>
                </a:lnTo>
                <a:cubicBezTo>
                  <a:pt x="134669" y="130657"/>
                  <a:pt x="130657" y="134669"/>
                  <a:pt x="125691" y="134669"/>
                </a:cubicBezTo>
                <a:lnTo>
                  <a:pt x="53867" y="134669"/>
                </a:lnTo>
                <a:cubicBezTo>
                  <a:pt x="48902" y="134669"/>
                  <a:pt x="44890" y="130657"/>
                  <a:pt x="44890" y="125691"/>
                </a:cubicBezTo>
                <a:lnTo>
                  <a:pt x="44890" y="12120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7" name="Text 55"/>
          <p:cNvSpPr/>
          <p:nvPr/>
        </p:nvSpPr>
        <p:spPr>
          <a:xfrm>
            <a:off x="6716458" y="4928872"/>
            <a:ext cx="217265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Sync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16458" y="5144342"/>
            <a:ext cx="216367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Tues 2:00 PM • Cross-team alignment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21430" y="5503458"/>
            <a:ext cx="5359811" cy="610498"/>
          </a:xfrm>
          <a:custGeom>
            <a:avLst/>
            <a:gdLst/>
            <a:ahLst/>
            <a:cxnLst/>
            <a:rect l="l" t="t" r="r" b="b"/>
            <a:pathLst>
              <a:path w="5359811" h="610498">
                <a:moveTo>
                  <a:pt x="71825" y="0"/>
                </a:moveTo>
                <a:lnTo>
                  <a:pt x="5287986" y="0"/>
                </a:lnTo>
                <a:cubicBezTo>
                  <a:pt x="5327628" y="0"/>
                  <a:pt x="5359811" y="32184"/>
                  <a:pt x="5359811" y="71825"/>
                </a:cubicBezTo>
                <a:lnTo>
                  <a:pt x="5359811" y="538673"/>
                </a:lnTo>
                <a:cubicBezTo>
                  <a:pt x="5359811" y="578341"/>
                  <a:pt x="5327654" y="610498"/>
                  <a:pt x="5287986" y="610498"/>
                </a:cubicBezTo>
                <a:lnTo>
                  <a:pt x="71825" y="610498"/>
                </a:lnTo>
                <a:cubicBezTo>
                  <a:pt x="32184" y="610498"/>
                  <a:pt x="0" y="578314"/>
                  <a:pt x="0" y="538673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47120" y="5647105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18489" y="64108"/>
                </a:moveTo>
                <a:cubicBezTo>
                  <a:pt x="22220" y="38016"/>
                  <a:pt x="44693" y="17956"/>
                  <a:pt x="71823" y="17956"/>
                </a:cubicBezTo>
                <a:cubicBezTo>
                  <a:pt x="86693" y="17956"/>
                  <a:pt x="100160" y="23988"/>
                  <a:pt x="109923" y="33723"/>
                </a:cubicBezTo>
                <a:cubicBezTo>
                  <a:pt x="109979" y="33779"/>
                  <a:pt x="110035" y="33835"/>
                  <a:pt x="110092" y="33892"/>
                </a:cubicBezTo>
                <a:lnTo>
                  <a:pt x="112224" y="35912"/>
                </a:lnTo>
                <a:lnTo>
                  <a:pt x="98785" y="35912"/>
                </a:lnTo>
                <a:cubicBezTo>
                  <a:pt x="93819" y="35912"/>
                  <a:pt x="89807" y="39924"/>
                  <a:pt x="89807" y="44890"/>
                </a:cubicBezTo>
                <a:cubicBezTo>
                  <a:pt x="89807" y="49855"/>
                  <a:pt x="93819" y="53867"/>
                  <a:pt x="98785" y="53867"/>
                </a:cubicBezTo>
                <a:lnTo>
                  <a:pt x="134697" y="53867"/>
                </a:lnTo>
                <a:cubicBezTo>
                  <a:pt x="139663" y="53867"/>
                  <a:pt x="143675" y="49855"/>
                  <a:pt x="143675" y="44890"/>
                </a:cubicBezTo>
                <a:lnTo>
                  <a:pt x="143675" y="8978"/>
                </a:lnTo>
                <a:cubicBezTo>
                  <a:pt x="143675" y="4012"/>
                  <a:pt x="139663" y="0"/>
                  <a:pt x="134697" y="0"/>
                </a:cubicBezTo>
                <a:cubicBezTo>
                  <a:pt x="129731" y="0"/>
                  <a:pt x="125719" y="4012"/>
                  <a:pt x="125719" y="8978"/>
                </a:cubicBezTo>
                <a:lnTo>
                  <a:pt x="125719" y="23960"/>
                </a:lnTo>
                <a:lnTo>
                  <a:pt x="122548" y="20958"/>
                </a:lnTo>
                <a:cubicBezTo>
                  <a:pt x="109559" y="8024"/>
                  <a:pt x="91603" y="0"/>
                  <a:pt x="71823" y="0"/>
                </a:cubicBezTo>
                <a:cubicBezTo>
                  <a:pt x="35631" y="0"/>
                  <a:pt x="5695" y="26765"/>
                  <a:pt x="729" y="61583"/>
                </a:cubicBezTo>
                <a:cubicBezTo>
                  <a:pt x="28" y="66493"/>
                  <a:pt x="3423" y="71038"/>
                  <a:pt x="8333" y="71739"/>
                </a:cubicBezTo>
                <a:cubicBezTo>
                  <a:pt x="13242" y="72441"/>
                  <a:pt x="17787" y="69018"/>
                  <a:pt x="18489" y="64136"/>
                </a:cubicBezTo>
                <a:close/>
                <a:moveTo>
                  <a:pt x="142917" y="82064"/>
                </a:moveTo>
                <a:cubicBezTo>
                  <a:pt x="143618" y="77154"/>
                  <a:pt x="140196" y="72609"/>
                  <a:pt x="135314" y="71907"/>
                </a:cubicBezTo>
                <a:cubicBezTo>
                  <a:pt x="130432" y="71206"/>
                  <a:pt x="125859" y="74629"/>
                  <a:pt x="125158" y="79511"/>
                </a:cubicBezTo>
                <a:cubicBezTo>
                  <a:pt x="121426" y="105603"/>
                  <a:pt x="98953" y="125663"/>
                  <a:pt x="71823" y="125663"/>
                </a:cubicBezTo>
                <a:cubicBezTo>
                  <a:pt x="56954" y="125663"/>
                  <a:pt x="43487" y="119631"/>
                  <a:pt x="33723" y="109895"/>
                </a:cubicBezTo>
                <a:cubicBezTo>
                  <a:pt x="33667" y="109839"/>
                  <a:pt x="33611" y="109783"/>
                  <a:pt x="33555" y="109727"/>
                </a:cubicBezTo>
                <a:lnTo>
                  <a:pt x="31423" y="107707"/>
                </a:lnTo>
                <a:lnTo>
                  <a:pt x="44861" y="107707"/>
                </a:lnTo>
                <a:cubicBezTo>
                  <a:pt x="49827" y="107707"/>
                  <a:pt x="53839" y="103695"/>
                  <a:pt x="53839" y="98729"/>
                </a:cubicBezTo>
                <a:cubicBezTo>
                  <a:pt x="53839" y="93763"/>
                  <a:pt x="49827" y="89751"/>
                  <a:pt x="44861" y="89751"/>
                </a:cubicBezTo>
                <a:lnTo>
                  <a:pt x="8978" y="89779"/>
                </a:lnTo>
                <a:cubicBezTo>
                  <a:pt x="6593" y="89779"/>
                  <a:pt x="4293" y="90733"/>
                  <a:pt x="2609" y="92444"/>
                </a:cubicBezTo>
                <a:cubicBezTo>
                  <a:pt x="926" y="94156"/>
                  <a:pt x="-28" y="96428"/>
                  <a:pt x="0" y="98841"/>
                </a:cubicBezTo>
                <a:lnTo>
                  <a:pt x="281" y="134472"/>
                </a:lnTo>
                <a:cubicBezTo>
                  <a:pt x="309" y="139438"/>
                  <a:pt x="4377" y="143422"/>
                  <a:pt x="9343" y="143366"/>
                </a:cubicBezTo>
                <a:cubicBezTo>
                  <a:pt x="14309" y="143310"/>
                  <a:pt x="18292" y="139270"/>
                  <a:pt x="18236" y="134304"/>
                </a:cubicBezTo>
                <a:lnTo>
                  <a:pt x="18124" y="119855"/>
                </a:lnTo>
                <a:lnTo>
                  <a:pt x="21126" y="122689"/>
                </a:lnTo>
                <a:cubicBezTo>
                  <a:pt x="34116" y="135623"/>
                  <a:pt x="52044" y="143647"/>
                  <a:pt x="71823" y="143647"/>
                </a:cubicBezTo>
                <a:cubicBezTo>
                  <a:pt x="108015" y="143647"/>
                  <a:pt x="137951" y="116881"/>
                  <a:pt x="142917" y="8206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1" name="Text 59"/>
          <p:cNvSpPr/>
          <p:nvPr/>
        </p:nvSpPr>
        <p:spPr>
          <a:xfrm>
            <a:off x="6716458" y="5611193"/>
            <a:ext cx="254074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Slack Channel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16458" y="5826663"/>
            <a:ext cx="253177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#product-dependencies • Real-time updates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3294" y="6414716"/>
            <a:ext cx="5656082" cy="439918"/>
          </a:xfrm>
          <a:custGeom>
            <a:avLst/>
            <a:gdLst/>
            <a:ahLst/>
            <a:cxnLst/>
            <a:rect l="l" t="t" r="r" b="b"/>
            <a:pathLst>
              <a:path w="5656082" h="439918">
                <a:moveTo>
                  <a:pt x="107736" y="0"/>
                </a:moveTo>
                <a:lnTo>
                  <a:pt x="5548347" y="0"/>
                </a:lnTo>
                <a:cubicBezTo>
                  <a:pt x="5607848" y="0"/>
                  <a:pt x="5656082" y="48235"/>
                  <a:pt x="5656082" y="107736"/>
                </a:cubicBezTo>
                <a:lnTo>
                  <a:pt x="5656082" y="332182"/>
                </a:lnTo>
                <a:cubicBezTo>
                  <a:pt x="5656082" y="391683"/>
                  <a:pt x="5607848" y="439918"/>
                  <a:pt x="5548347" y="439918"/>
                </a:cubicBezTo>
                <a:lnTo>
                  <a:pt x="107736" y="439918"/>
                </a:lnTo>
                <a:cubicBezTo>
                  <a:pt x="48275" y="439918"/>
                  <a:pt x="0" y="391643"/>
                  <a:pt x="0" y="332182"/>
                </a:cubicBezTo>
                <a:lnTo>
                  <a:pt x="0" y="107736"/>
                </a:lnTo>
                <a:cubicBezTo>
                  <a:pt x="0" y="48275"/>
                  <a:pt x="48275" y="0"/>
                  <a:pt x="107736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85518" y="6526940"/>
            <a:ext cx="169682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Dependency Review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723761" y="6526940"/>
            <a:ext cx="106837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1, 10:00 AM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455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spc="57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TRACKING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46409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Questions &amp; Decisions Needed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3605" y="1153661"/>
            <a:ext cx="5656082" cy="5449591"/>
          </a:xfrm>
          <a:custGeom>
            <a:avLst/>
            <a:gdLst/>
            <a:ahLst/>
            <a:cxnLst/>
            <a:rect l="l" t="t" r="r" b="b"/>
            <a:pathLst>
              <a:path w="5656082" h="5449591">
                <a:moveTo>
                  <a:pt x="107738" y="0"/>
                </a:moveTo>
                <a:lnTo>
                  <a:pt x="5548344" y="0"/>
                </a:lnTo>
                <a:cubicBezTo>
                  <a:pt x="5607846" y="0"/>
                  <a:pt x="5656082" y="48236"/>
                  <a:pt x="5656082" y="107738"/>
                </a:cubicBezTo>
                <a:lnTo>
                  <a:pt x="5656082" y="5341852"/>
                </a:lnTo>
                <a:cubicBezTo>
                  <a:pt x="5656082" y="5401354"/>
                  <a:pt x="5607846" y="5449591"/>
                  <a:pt x="5548344" y="5449591"/>
                </a:cubicBezTo>
                <a:lnTo>
                  <a:pt x="107738" y="5449591"/>
                </a:lnTo>
                <a:cubicBezTo>
                  <a:pt x="48236" y="5449591"/>
                  <a:pt x="0" y="5401354"/>
                  <a:pt x="0" y="5341852"/>
                </a:cubicBezTo>
                <a:lnTo>
                  <a:pt x="0" y="107738"/>
                </a:lnTo>
                <a:cubicBezTo>
                  <a:pt x="0" y="48276"/>
                  <a:pt x="48276" y="0"/>
                  <a:pt x="107738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1741" y="1301797"/>
            <a:ext cx="544959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 Decisions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230" y="1701314"/>
            <a:ext cx="5350834" cy="1445443"/>
          </a:xfrm>
          <a:custGeom>
            <a:avLst/>
            <a:gdLst/>
            <a:ahLst/>
            <a:cxnLst/>
            <a:rect l="l" t="t" r="r" b="b"/>
            <a:pathLst>
              <a:path w="5350834" h="1445443">
                <a:moveTo>
                  <a:pt x="71824" y="0"/>
                </a:moveTo>
                <a:lnTo>
                  <a:pt x="5279010" y="0"/>
                </a:lnTo>
                <a:cubicBezTo>
                  <a:pt x="5318677" y="0"/>
                  <a:pt x="5350834" y="32157"/>
                  <a:pt x="5350834" y="71824"/>
                </a:cubicBezTo>
                <a:lnTo>
                  <a:pt x="5350834" y="1373619"/>
                </a:lnTo>
                <a:cubicBezTo>
                  <a:pt x="5350834" y="1413287"/>
                  <a:pt x="5318677" y="1445443"/>
                  <a:pt x="5279010" y="1445443"/>
                </a:cubicBezTo>
                <a:lnTo>
                  <a:pt x="71824" y="1445443"/>
                </a:lnTo>
                <a:cubicBezTo>
                  <a:pt x="32157" y="1445443"/>
                  <a:pt x="0" y="1413287"/>
                  <a:pt x="0" y="1373619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4365" y="1849449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701" y="1921272"/>
            <a:ext cx="233426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1216" y="1849449"/>
            <a:ext cx="465953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Module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1216" y="2136742"/>
            <a:ext cx="465055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Given data schema delays, should we reduce initial scope to 3 core metrics vs 5?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31216" y="2388124"/>
            <a:ext cx="1077349" cy="215470"/>
          </a:xfrm>
          <a:custGeom>
            <a:avLst/>
            <a:gdLst/>
            <a:ahLst/>
            <a:cxnLst/>
            <a:rect l="l" t="t" r="r" b="b"/>
            <a:pathLst>
              <a:path w="1077349" h="215470">
                <a:moveTo>
                  <a:pt x="35912" y="0"/>
                </a:moveTo>
                <a:lnTo>
                  <a:pt x="1041437" y="0"/>
                </a:lnTo>
                <a:cubicBezTo>
                  <a:pt x="1061271" y="0"/>
                  <a:pt x="1077349" y="16079"/>
                  <a:pt x="1077349" y="35912"/>
                </a:cubicBezTo>
                <a:lnTo>
                  <a:pt x="1077349" y="179557"/>
                </a:lnTo>
                <a:cubicBezTo>
                  <a:pt x="1077349" y="199391"/>
                  <a:pt x="1061271" y="215470"/>
                  <a:pt x="1041437" y="215470"/>
                </a:cubicBezTo>
                <a:lnTo>
                  <a:pt x="35912" y="215470"/>
                </a:lnTo>
                <a:cubicBezTo>
                  <a:pt x="16092" y="215470"/>
                  <a:pt x="0" y="199378"/>
                  <a:pt x="0" y="179557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31216" y="2388124"/>
            <a:ext cx="1131216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NEEDED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17353" y="2406080"/>
            <a:ext cx="61947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31216" y="2675417"/>
            <a:ext cx="4587711" cy="323205"/>
          </a:xfrm>
          <a:custGeom>
            <a:avLst/>
            <a:gdLst/>
            <a:ahLst/>
            <a:cxnLst/>
            <a:rect l="l" t="t" r="r" b="b"/>
            <a:pathLst>
              <a:path w="4587711" h="323205">
                <a:moveTo>
                  <a:pt x="35911" y="0"/>
                </a:moveTo>
                <a:lnTo>
                  <a:pt x="4551800" y="0"/>
                </a:lnTo>
                <a:cubicBezTo>
                  <a:pt x="4571633" y="0"/>
                  <a:pt x="4587711" y="16078"/>
                  <a:pt x="4587711" y="35911"/>
                </a:cubicBezTo>
                <a:lnTo>
                  <a:pt x="4587711" y="287293"/>
                </a:lnTo>
                <a:cubicBezTo>
                  <a:pt x="4587711" y="307127"/>
                  <a:pt x="4571633" y="323205"/>
                  <a:pt x="4551800" y="323205"/>
                </a:cubicBezTo>
                <a:lnTo>
                  <a:pt x="35911" y="323205"/>
                </a:lnTo>
                <a:cubicBezTo>
                  <a:pt x="16078" y="323205"/>
                  <a:pt x="0" y="307127"/>
                  <a:pt x="0" y="287293"/>
                </a:cubicBezTo>
                <a:lnTo>
                  <a:pt x="0" y="35911"/>
                </a:lnTo>
                <a:cubicBezTo>
                  <a:pt x="0" y="16078"/>
                  <a:pt x="16078" y="0"/>
                  <a:pt x="359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03040" y="2747240"/>
            <a:ext cx="450691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Recommendation: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Reduce to 3 metrics to maintain timeline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230" y="3263470"/>
            <a:ext cx="5350834" cy="1625001"/>
          </a:xfrm>
          <a:custGeom>
            <a:avLst/>
            <a:gdLst/>
            <a:ahLst/>
            <a:cxnLst/>
            <a:rect l="l" t="t" r="r" b="b"/>
            <a:pathLst>
              <a:path w="5350834" h="1625001">
                <a:moveTo>
                  <a:pt x="71825" y="0"/>
                </a:moveTo>
                <a:lnTo>
                  <a:pt x="5279009" y="0"/>
                </a:lnTo>
                <a:cubicBezTo>
                  <a:pt x="5318650" y="0"/>
                  <a:pt x="5350834" y="32184"/>
                  <a:pt x="5350834" y="71825"/>
                </a:cubicBezTo>
                <a:lnTo>
                  <a:pt x="5350834" y="1553176"/>
                </a:lnTo>
                <a:cubicBezTo>
                  <a:pt x="5350834" y="1592844"/>
                  <a:pt x="5318676" y="1625001"/>
                  <a:pt x="5279009" y="1625001"/>
                </a:cubicBezTo>
                <a:lnTo>
                  <a:pt x="71825" y="1625001"/>
                </a:lnTo>
                <a:cubicBezTo>
                  <a:pt x="32184" y="1625001"/>
                  <a:pt x="0" y="1592818"/>
                  <a:pt x="0" y="1553176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365" y="3411605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9726" y="3483429"/>
            <a:ext cx="26035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1216" y="3411605"/>
            <a:ext cx="465953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Provider Priority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1216" y="3698898"/>
            <a:ext cx="465055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payment method to prioritize if we can only launch with one: Apple Pay or Google Pay?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31216" y="4129838"/>
            <a:ext cx="1005526" cy="215470"/>
          </a:xfrm>
          <a:custGeom>
            <a:avLst/>
            <a:gdLst/>
            <a:ahLst/>
            <a:cxnLst/>
            <a:rect l="l" t="t" r="r" b="b"/>
            <a:pathLst>
              <a:path w="1005526" h="215470">
                <a:moveTo>
                  <a:pt x="35912" y="0"/>
                </a:moveTo>
                <a:lnTo>
                  <a:pt x="969613" y="0"/>
                </a:lnTo>
                <a:cubicBezTo>
                  <a:pt x="989447" y="0"/>
                  <a:pt x="1005526" y="16079"/>
                  <a:pt x="1005526" y="35912"/>
                </a:cubicBezTo>
                <a:lnTo>
                  <a:pt x="1005526" y="179557"/>
                </a:lnTo>
                <a:cubicBezTo>
                  <a:pt x="1005526" y="199391"/>
                  <a:pt x="989447" y="215470"/>
                  <a:pt x="969613" y="215470"/>
                </a:cubicBezTo>
                <a:lnTo>
                  <a:pt x="35912" y="215470"/>
                </a:lnTo>
                <a:cubicBezTo>
                  <a:pt x="16092" y="215470"/>
                  <a:pt x="0" y="199378"/>
                  <a:pt x="0" y="179557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31216" y="4129838"/>
            <a:ext cx="105939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AWAITING INPUT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2373" y="4147794"/>
            <a:ext cx="70925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Mar 31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31216" y="4417131"/>
            <a:ext cx="4587711" cy="323205"/>
          </a:xfrm>
          <a:custGeom>
            <a:avLst/>
            <a:gdLst/>
            <a:ahLst/>
            <a:cxnLst/>
            <a:rect l="l" t="t" r="r" b="b"/>
            <a:pathLst>
              <a:path w="4587711" h="323205">
                <a:moveTo>
                  <a:pt x="35911" y="0"/>
                </a:moveTo>
                <a:lnTo>
                  <a:pt x="4551800" y="0"/>
                </a:lnTo>
                <a:cubicBezTo>
                  <a:pt x="4571633" y="0"/>
                  <a:pt x="4587711" y="16078"/>
                  <a:pt x="4587711" y="35911"/>
                </a:cubicBezTo>
                <a:lnTo>
                  <a:pt x="4587711" y="287293"/>
                </a:lnTo>
                <a:cubicBezTo>
                  <a:pt x="4587711" y="307127"/>
                  <a:pt x="4571633" y="323205"/>
                  <a:pt x="4551800" y="323205"/>
                </a:cubicBezTo>
                <a:lnTo>
                  <a:pt x="35911" y="323205"/>
                </a:lnTo>
                <a:cubicBezTo>
                  <a:pt x="16078" y="323205"/>
                  <a:pt x="0" y="307127"/>
                  <a:pt x="0" y="287293"/>
                </a:cubicBezTo>
                <a:lnTo>
                  <a:pt x="0" y="35911"/>
                </a:lnTo>
                <a:cubicBezTo>
                  <a:pt x="0" y="16078"/>
                  <a:pt x="16078" y="0"/>
                  <a:pt x="359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03040" y="4488954"/>
            <a:ext cx="450691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Data: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58% iOS users vs 42% Android in our user base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6230" y="5005184"/>
            <a:ext cx="5350834" cy="1445443"/>
          </a:xfrm>
          <a:custGeom>
            <a:avLst/>
            <a:gdLst/>
            <a:ahLst/>
            <a:cxnLst/>
            <a:rect l="l" t="t" r="r" b="b"/>
            <a:pathLst>
              <a:path w="5350834" h="1445443">
                <a:moveTo>
                  <a:pt x="71824" y="0"/>
                </a:moveTo>
                <a:lnTo>
                  <a:pt x="5279010" y="0"/>
                </a:lnTo>
                <a:cubicBezTo>
                  <a:pt x="5318677" y="0"/>
                  <a:pt x="5350834" y="32157"/>
                  <a:pt x="5350834" y="71824"/>
                </a:cubicBezTo>
                <a:lnTo>
                  <a:pt x="5350834" y="1373619"/>
                </a:lnTo>
                <a:cubicBezTo>
                  <a:pt x="5350834" y="1413287"/>
                  <a:pt x="5318677" y="1445443"/>
                  <a:pt x="5279010" y="1445443"/>
                </a:cubicBezTo>
                <a:lnTo>
                  <a:pt x="71824" y="1445443"/>
                </a:lnTo>
                <a:cubicBezTo>
                  <a:pt x="32157" y="1445443"/>
                  <a:pt x="0" y="1413287"/>
                  <a:pt x="0" y="1373619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4365" y="5153320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9094" y="5225143"/>
            <a:ext cx="26035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31216" y="5153320"/>
            <a:ext cx="465953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Launch Strategy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1216" y="5440613"/>
            <a:ext cx="465055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Should we do gradual rollout (10% → 50% → 100%) or full launch on May 15?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31216" y="5691994"/>
            <a:ext cx="1005526" cy="215470"/>
          </a:xfrm>
          <a:custGeom>
            <a:avLst/>
            <a:gdLst/>
            <a:ahLst/>
            <a:cxnLst/>
            <a:rect l="l" t="t" r="r" b="b"/>
            <a:pathLst>
              <a:path w="1005526" h="215470">
                <a:moveTo>
                  <a:pt x="35912" y="0"/>
                </a:moveTo>
                <a:lnTo>
                  <a:pt x="969613" y="0"/>
                </a:lnTo>
                <a:cubicBezTo>
                  <a:pt x="989447" y="0"/>
                  <a:pt x="1005526" y="16079"/>
                  <a:pt x="1005526" y="35912"/>
                </a:cubicBezTo>
                <a:lnTo>
                  <a:pt x="1005526" y="179557"/>
                </a:lnTo>
                <a:cubicBezTo>
                  <a:pt x="1005526" y="199391"/>
                  <a:pt x="989447" y="215470"/>
                  <a:pt x="969613" y="215470"/>
                </a:cubicBezTo>
                <a:lnTo>
                  <a:pt x="35912" y="215470"/>
                </a:lnTo>
                <a:cubicBezTo>
                  <a:pt x="16092" y="215470"/>
                  <a:pt x="0" y="199378"/>
                  <a:pt x="0" y="179557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31216" y="5691994"/>
            <a:ext cx="105939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AWAITING INPUT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242373" y="5709950"/>
            <a:ext cx="6374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31216" y="5979287"/>
            <a:ext cx="4587711" cy="323205"/>
          </a:xfrm>
          <a:custGeom>
            <a:avLst/>
            <a:gdLst/>
            <a:ahLst/>
            <a:cxnLst/>
            <a:rect l="l" t="t" r="r" b="b"/>
            <a:pathLst>
              <a:path w="4587711" h="323205">
                <a:moveTo>
                  <a:pt x="35911" y="0"/>
                </a:moveTo>
                <a:lnTo>
                  <a:pt x="4551800" y="0"/>
                </a:lnTo>
                <a:cubicBezTo>
                  <a:pt x="4571633" y="0"/>
                  <a:pt x="4587711" y="16078"/>
                  <a:pt x="4587711" y="35911"/>
                </a:cubicBezTo>
                <a:lnTo>
                  <a:pt x="4587711" y="287293"/>
                </a:lnTo>
                <a:cubicBezTo>
                  <a:pt x="4587711" y="307127"/>
                  <a:pt x="4571633" y="323205"/>
                  <a:pt x="4551800" y="323205"/>
                </a:cubicBezTo>
                <a:lnTo>
                  <a:pt x="35911" y="323205"/>
                </a:lnTo>
                <a:cubicBezTo>
                  <a:pt x="16078" y="323205"/>
                  <a:pt x="0" y="307127"/>
                  <a:pt x="0" y="287293"/>
                </a:cubicBezTo>
                <a:lnTo>
                  <a:pt x="0" y="35911"/>
                </a:lnTo>
                <a:cubicBezTo>
                  <a:pt x="0" y="16078"/>
                  <a:pt x="16078" y="0"/>
                  <a:pt x="359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03040" y="6051110"/>
            <a:ext cx="450691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Recommendation: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Gradual rollout for risk mitigation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3294" y="1153661"/>
            <a:ext cx="5656082" cy="2630527"/>
          </a:xfrm>
          <a:custGeom>
            <a:avLst/>
            <a:gdLst/>
            <a:ahLst/>
            <a:cxnLst/>
            <a:rect l="l" t="t" r="r" b="b"/>
            <a:pathLst>
              <a:path w="5656082" h="2630527">
                <a:moveTo>
                  <a:pt x="107746" y="0"/>
                </a:moveTo>
                <a:lnTo>
                  <a:pt x="5548336" y="0"/>
                </a:lnTo>
                <a:cubicBezTo>
                  <a:pt x="5607843" y="0"/>
                  <a:pt x="5656082" y="48240"/>
                  <a:pt x="5656082" y="107746"/>
                </a:cubicBezTo>
                <a:lnTo>
                  <a:pt x="5656082" y="2522781"/>
                </a:lnTo>
                <a:cubicBezTo>
                  <a:pt x="5656082" y="2582288"/>
                  <a:pt x="5607843" y="2630527"/>
                  <a:pt x="5548336" y="2630527"/>
                </a:cubicBezTo>
                <a:lnTo>
                  <a:pt x="107746" y="2630527"/>
                </a:lnTo>
                <a:cubicBezTo>
                  <a:pt x="48240" y="2630527"/>
                  <a:pt x="0" y="2582288"/>
                  <a:pt x="0" y="2522781"/>
                </a:cubicBezTo>
                <a:lnTo>
                  <a:pt x="0" y="107746"/>
                </a:lnTo>
                <a:cubicBezTo>
                  <a:pt x="0" y="48280"/>
                  <a:pt x="48280" y="0"/>
                  <a:pt x="10774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1430" y="1301797"/>
            <a:ext cx="544061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Allocation Questions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1430" y="1660913"/>
            <a:ext cx="5359811" cy="933703"/>
          </a:xfrm>
          <a:custGeom>
            <a:avLst/>
            <a:gdLst/>
            <a:ahLst/>
            <a:cxnLst/>
            <a:rect l="l" t="t" r="r" b="b"/>
            <a:pathLst>
              <a:path w="5359811" h="933703">
                <a:moveTo>
                  <a:pt x="71820" y="0"/>
                </a:moveTo>
                <a:lnTo>
                  <a:pt x="5287991" y="0"/>
                </a:lnTo>
                <a:cubicBezTo>
                  <a:pt x="5327656" y="0"/>
                  <a:pt x="5359811" y="32155"/>
                  <a:pt x="5359811" y="71820"/>
                </a:cubicBezTo>
                <a:lnTo>
                  <a:pt x="5359811" y="861882"/>
                </a:lnTo>
                <a:cubicBezTo>
                  <a:pt x="5359811" y="901547"/>
                  <a:pt x="5327656" y="933703"/>
                  <a:pt x="5287991" y="933703"/>
                </a:cubicBezTo>
                <a:lnTo>
                  <a:pt x="71820" y="933703"/>
                </a:lnTo>
                <a:cubicBezTo>
                  <a:pt x="32155" y="933703"/>
                  <a:pt x="0" y="901547"/>
                  <a:pt x="0" y="861882"/>
                </a:cubicBezTo>
                <a:lnTo>
                  <a:pt x="0" y="71820"/>
                </a:lnTo>
                <a:cubicBezTo>
                  <a:pt x="0" y="32182"/>
                  <a:pt x="32182" y="0"/>
                  <a:pt x="718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29165" y="1768648"/>
            <a:ext cx="521616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Q4: Additional QA Resources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29165" y="2055941"/>
            <a:ext cx="520718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QA capacity may be insufficient for parallel testing of payment + user center features.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29165" y="2307323"/>
            <a:ext cx="520718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Request: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0.5 FTE contractor for 4 weeks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1430" y="2702351"/>
            <a:ext cx="5359811" cy="933703"/>
          </a:xfrm>
          <a:custGeom>
            <a:avLst/>
            <a:gdLst/>
            <a:ahLst/>
            <a:cxnLst/>
            <a:rect l="l" t="t" r="r" b="b"/>
            <a:pathLst>
              <a:path w="5359811" h="933703">
                <a:moveTo>
                  <a:pt x="71820" y="0"/>
                </a:moveTo>
                <a:lnTo>
                  <a:pt x="5287991" y="0"/>
                </a:lnTo>
                <a:cubicBezTo>
                  <a:pt x="5327656" y="0"/>
                  <a:pt x="5359811" y="32155"/>
                  <a:pt x="5359811" y="71820"/>
                </a:cubicBezTo>
                <a:lnTo>
                  <a:pt x="5359811" y="861882"/>
                </a:lnTo>
                <a:cubicBezTo>
                  <a:pt x="5359811" y="901547"/>
                  <a:pt x="5327656" y="933703"/>
                  <a:pt x="5287991" y="933703"/>
                </a:cubicBezTo>
                <a:lnTo>
                  <a:pt x="71820" y="933703"/>
                </a:lnTo>
                <a:cubicBezTo>
                  <a:pt x="32155" y="933703"/>
                  <a:pt x="0" y="901547"/>
                  <a:pt x="0" y="861882"/>
                </a:cubicBezTo>
                <a:lnTo>
                  <a:pt x="0" y="71820"/>
                </a:lnTo>
                <a:cubicBezTo>
                  <a:pt x="0" y="32182"/>
                  <a:pt x="32182" y="0"/>
                  <a:pt x="718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29165" y="2810085"/>
            <a:ext cx="521616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Q5: Design Support Extension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29165" y="3097378"/>
            <a:ext cx="520718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Emma's allocation drops to 50% in May. Need full-time support through launch?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29165" y="3348760"/>
            <a:ext cx="520718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Request: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Extend to 100% through May 15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3294" y="3936813"/>
            <a:ext cx="5656082" cy="2109809"/>
          </a:xfrm>
          <a:custGeom>
            <a:avLst/>
            <a:gdLst/>
            <a:ahLst/>
            <a:cxnLst/>
            <a:rect l="l" t="t" r="r" b="b"/>
            <a:pathLst>
              <a:path w="5656082" h="2109809">
                <a:moveTo>
                  <a:pt x="107727" y="0"/>
                </a:moveTo>
                <a:lnTo>
                  <a:pt x="5548356" y="0"/>
                </a:lnTo>
                <a:cubicBezTo>
                  <a:pt x="5607852" y="0"/>
                  <a:pt x="5656082" y="48231"/>
                  <a:pt x="5656082" y="107727"/>
                </a:cubicBezTo>
                <a:lnTo>
                  <a:pt x="5656082" y="2002082"/>
                </a:lnTo>
                <a:cubicBezTo>
                  <a:pt x="5656082" y="2061578"/>
                  <a:pt x="5607852" y="2109809"/>
                  <a:pt x="5548356" y="2109809"/>
                </a:cubicBezTo>
                <a:lnTo>
                  <a:pt x="107727" y="2109809"/>
                </a:lnTo>
                <a:cubicBezTo>
                  <a:pt x="48231" y="2109809"/>
                  <a:pt x="0" y="2061578"/>
                  <a:pt x="0" y="2002082"/>
                </a:cubicBezTo>
                <a:lnTo>
                  <a:pt x="0" y="107727"/>
                </a:lnTo>
                <a:cubicBezTo>
                  <a:pt x="0" y="48271"/>
                  <a:pt x="48271" y="0"/>
                  <a:pt x="107727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1430" y="4084948"/>
            <a:ext cx="544061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Adjustments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1430" y="4444065"/>
            <a:ext cx="5359811" cy="430940"/>
          </a:xfrm>
          <a:custGeom>
            <a:avLst/>
            <a:gdLst/>
            <a:ahLst/>
            <a:cxnLst/>
            <a:rect l="l" t="t" r="r" b="b"/>
            <a:pathLst>
              <a:path w="5359811" h="430940">
                <a:moveTo>
                  <a:pt x="71825" y="0"/>
                </a:moveTo>
                <a:lnTo>
                  <a:pt x="5287987" y="0"/>
                </a:lnTo>
                <a:cubicBezTo>
                  <a:pt x="5327654" y="0"/>
                  <a:pt x="5359811" y="32157"/>
                  <a:pt x="5359811" y="71825"/>
                </a:cubicBezTo>
                <a:lnTo>
                  <a:pt x="5359811" y="359115"/>
                </a:lnTo>
                <a:cubicBezTo>
                  <a:pt x="5359811" y="398783"/>
                  <a:pt x="5327654" y="430940"/>
                  <a:pt x="5287987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29165" y="4551800"/>
            <a:ext cx="147237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04040" y="4551800"/>
            <a:ext cx="64640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5919" y="4951317"/>
            <a:ext cx="5350834" cy="439918"/>
          </a:xfrm>
          <a:custGeom>
            <a:avLst/>
            <a:gdLst/>
            <a:ahLst/>
            <a:cxnLst/>
            <a:rect l="l" t="t" r="r" b="b"/>
            <a:pathLst>
              <a:path w="5350834" h="439918">
                <a:moveTo>
                  <a:pt x="71825" y="0"/>
                </a:moveTo>
                <a:lnTo>
                  <a:pt x="5279008" y="0"/>
                </a:lnTo>
                <a:cubicBezTo>
                  <a:pt x="5318676" y="0"/>
                  <a:pt x="5350834" y="32157"/>
                  <a:pt x="5350834" y="71825"/>
                </a:cubicBezTo>
                <a:lnTo>
                  <a:pt x="5350834" y="368092"/>
                </a:lnTo>
                <a:cubicBezTo>
                  <a:pt x="5350834" y="407760"/>
                  <a:pt x="5318676" y="439918"/>
                  <a:pt x="5279008" y="439918"/>
                </a:cubicBezTo>
                <a:lnTo>
                  <a:pt x="71825" y="439918"/>
                </a:lnTo>
                <a:cubicBezTo>
                  <a:pt x="32184" y="439918"/>
                  <a:pt x="0" y="407734"/>
                  <a:pt x="0" y="368092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8142" y="5063541"/>
            <a:ext cx="116712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Module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14814" y="5063541"/>
            <a:ext cx="11222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Risk (-3 days)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1430" y="5467546"/>
            <a:ext cx="5359811" cy="430940"/>
          </a:xfrm>
          <a:custGeom>
            <a:avLst/>
            <a:gdLst/>
            <a:ahLst/>
            <a:cxnLst/>
            <a:rect l="l" t="t" r="r" b="b"/>
            <a:pathLst>
              <a:path w="5359811" h="430940">
                <a:moveTo>
                  <a:pt x="71825" y="0"/>
                </a:moveTo>
                <a:lnTo>
                  <a:pt x="5287987" y="0"/>
                </a:lnTo>
                <a:cubicBezTo>
                  <a:pt x="5327654" y="0"/>
                  <a:pt x="5359811" y="32157"/>
                  <a:pt x="5359811" y="71825"/>
                </a:cubicBezTo>
                <a:lnTo>
                  <a:pt x="5359811" y="359115"/>
                </a:lnTo>
                <a:cubicBezTo>
                  <a:pt x="5359811" y="398783"/>
                  <a:pt x="5327654" y="430940"/>
                  <a:pt x="5287987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29165" y="5575281"/>
            <a:ext cx="144544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Redesign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04040" y="5575281"/>
            <a:ext cx="64640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3294" y="6199246"/>
            <a:ext cx="5656082" cy="475829"/>
          </a:xfrm>
          <a:custGeom>
            <a:avLst/>
            <a:gdLst/>
            <a:ahLst/>
            <a:cxnLst/>
            <a:rect l="l" t="t" r="r" b="b"/>
            <a:pathLst>
              <a:path w="5656082" h="475829">
                <a:moveTo>
                  <a:pt x="107737" y="0"/>
                </a:moveTo>
                <a:lnTo>
                  <a:pt x="5548345" y="0"/>
                </a:lnTo>
                <a:cubicBezTo>
                  <a:pt x="5607847" y="0"/>
                  <a:pt x="5656082" y="48236"/>
                  <a:pt x="5656082" y="107737"/>
                </a:cubicBezTo>
                <a:lnTo>
                  <a:pt x="5656082" y="368092"/>
                </a:lnTo>
                <a:cubicBezTo>
                  <a:pt x="5656082" y="427594"/>
                  <a:pt x="5607847" y="475829"/>
                  <a:pt x="5548345" y="475829"/>
                </a:cubicBezTo>
                <a:lnTo>
                  <a:pt x="107737" y="475829"/>
                </a:lnTo>
                <a:cubicBezTo>
                  <a:pt x="48236" y="475829"/>
                  <a:pt x="0" y="427594"/>
                  <a:pt x="0" y="368092"/>
                </a:cubicBezTo>
                <a:lnTo>
                  <a:pt x="0" y="107737"/>
                </a:lnTo>
                <a:cubicBezTo>
                  <a:pt x="0" y="48275"/>
                  <a:pt x="48275" y="0"/>
                  <a:pt x="107737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85518" y="6329426"/>
            <a:ext cx="141851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Decisions Needed By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291123" y="6311470"/>
            <a:ext cx="52071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PLANNING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9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 Priorities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1608" y="1054823"/>
            <a:ext cx="1156789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 1-4,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003" y="1445987"/>
            <a:ext cx="3727043" cy="2786492"/>
          </a:xfrm>
          <a:custGeom>
            <a:avLst/>
            <a:gdLst/>
            <a:ahLst/>
            <a:cxnLst/>
            <a:rect l="l" t="t" r="r" b="b"/>
            <a:pathLst>
              <a:path w="3727043" h="2786492">
                <a:moveTo>
                  <a:pt x="105469" y="0"/>
                </a:moveTo>
                <a:lnTo>
                  <a:pt x="3621574" y="0"/>
                </a:lnTo>
                <a:cubicBezTo>
                  <a:pt x="3679823" y="0"/>
                  <a:pt x="3727043" y="47220"/>
                  <a:pt x="3727043" y="105469"/>
                </a:cubicBezTo>
                <a:lnTo>
                  <a:pt x="3727043" y="2681023"/>
                </a:lnTo>
                <a:cubicBezTo>
                  <a:pt x="3727043" y="2739272"/>
                  <a:pt x="3679823" y="2786492"/>
                  <a:pt x="3621574" y="2786492"/>
                </a:cubicBezTo>
                <a:lnTo>
                  <a:pt x="105469" y="2786492"/>
                </a:lnTo>
                <a:cubicBezTo>
                  <a:pt x="47220" y="2786492"/>
                  <a:pt x="0" y="2739272"/>
                  <a:pt x="0" y="2681023"/>
                </a:cubicBezTo>
                <a:lnTo>
                  <a:pt x="0" y="105469"/>
                </a:lnTo>
                <a:cubicBezTo>
                  <a:pt x="0" y="47259"/>
                  <a:pt x="47259" y="0"/>
                  <a:pt x="10546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1041" y="1591025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4104" y="1714088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0" y="43951"/>
                </a:moveTo>
                <a:lnTo>
                  <a:pt x="0" y="54939"/>
                </a:lnTo>
                <a:lnTo>
                  <a:pt x="175804" y="54939"/>
                </a:lnTo>
                <a:lnTo>
                  <a:pt x="175804" y="43951"/>
                </a:lnTo>
                <a:cubicBezTo>
                  <a:pt x="175804" y="31830"/>
                  <a:pt x="165949" y="21975"/>
                  <a:pt x="153828" y="21975"/>
                </a:cubicBezTo>
                <a:lnTo>
                  <a:pt x="21975" y="21975"/>
                </a:lnTo>
                <a:cubicBezTo>
                  <a:pt x="9855" y="21975"/>
                  <a:pt x="0" y="31830"/>
                  <a:pt x="0" y="43951"/>
                </a:cubicBezTo>
                <a:close/>
                <a:moveTo>
                  <a:pt x="0" y="71420"/>
                </a:moveTo>
                <a:lnTo>
                  <a:pt x="0" y="131853"/>
                </a:lnTo>
                <a:cubicBezTo>
                  <a:pt x="0" y="143974"/>
                  <a:pt x="9855" y="153828"/>
                  <a:pt x="21975" y="153828"/>
                </a:cubicBezTo>
                <a:lnTo>
                  <a:pt x="153828" y="153828"/>
                </a:lnTo>
                <a:cubicBezTo>
                  <a:pt x="165949" y="153828"/>
                  <a:pt x="175804" y="143974"/>
                  <a:pt x="175804" y="131853"/>
                </a:cubicBezTo>
                <a:lnTo>
                  <a:pt x="175804" y="71420"/>
                </a:lnTo>
                <a:lnTo>
                  <a:pt x="0" y="71420"/>
                </a:lnTo>
                <a:close/>
                <a:moveTo>
                  <a:pt x="21975" y="123612"/>
                </a:moveTo>
                <a:cubicBezTo>
                  <a:pt x="21975" y="119045"/>
                  <a:pt x="25650" y="115371"/>
                  <a:pt x="30216" y="115371"/>
                </a:cubicBezTo>
                <a:lnTo>
                  <a:pt x="46698" y="115371"/>
                </a:lnTo>
                <a:cubicBezTo>
                  <a:pt x="51265" y="115371"/>
                  <a:pt x="54939" y="119045"/>
                  <a:pt x="54939" y="123612"/>
                </a:cubicBezTo>
                <a:cubicBezTo>
                  <a:pt x="54939" y="128179"/>
                  <a:pt x="51265" y="131853"/>
                  <a:pt x="46698" y="131853"/>
                </a:cubicBezTo>
                <a:lnTo>
                  <a:pt x="30216" y="131853"/>
                </a:lnTo>
                <a:cubicBezTo>
                  <a:pt x="25650" y="131853"/>
                  <a:pt x="21975" y="128179"/>
                  <a:pt x="21975" y="123612"/>
                </a:cubicBezTo>
                <a:close/>
                <a:moveTo>
                  <a:pt x="71420" y="123612"/>
                </a:moveTo>
                <a:cubicBezTo>
                  <a:pt x="71420" y="119045"/>
                  <a:pt x="75094" y="115371"/>
                  <a:pt x="79661" y="115371"/>
                </a:cubicBezTo>
                <a:lnTo>
                  <a:pt x="101637" y="115371"/>
                </a:lnTo>
                <a:cubicBezTo>
                  <a:pt x="106203" y="115371"/>
                  <a:pt x="109877" y="119045"/>
                  <a:pt x="109877" y="123612"/>
                </a:cubicBezTo>
                <a:cubicBezTo>
                  <a:pt x="109877" y="128179"/>
                  <a:pt x="106203" y="131853"/>
                  <a:pt x="101637" y="131853"/>
                </a:cubicBezTo>
                <a:lnTo>
                  <a:pt x="79661" y="131853"/>
                </a:lnTo>
                <a:cubicBezTo>
                  <a:pt x="75094" y="131853"/>
                  <a:pt x="71420" y="128179"/>
                  <a:pt x="71420" y="12361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Text 6"/>
          <p:cNvSpPr/>
          <p:nvPr/>
        </p:nvSpPr>
        <p:spPr>
          <a:xfrm>
            <a:off x="1028453" y="1678927"/>
            <a:ext cx="161739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1041" y="2153598"/>
            <a:ext cx="3436966" cy="597733"/>
          </a:xfrm>
          <a:custGeom>
            <a:avLst/>
            <a:gdLst/>
            <a:ahLst/>
            <a:cxnLst/>
            <a:rect l="l" t="t" r="r" b="b"/>
            <a:pathLst>
              <a:path w="3436966" h="597733">
                <a:moveTo>
                  <a:pt x="70323" y="0"/>
                </a:moveTo>
                <a:lnTo>
                  <a:pt x="3366643" y="0"/>
                </a:lnTo>
                <a:cubicBezTo>
                  <a:pt x="3405481" y="0"/>
                  <a:pt x="3436966" y="31485"/>
                  <a:pt x="3436966" y="70323"/>
                </a:cubicBezTo>
                <a:lnTo>
                  <a:pt x="3436966" y="527410"/>
                </a:lnTo>
                <a:cubicBezTo>
                  <a:pt x="3436966" y="566248"/>
                  <a:pt x="3405481" y="597733"/>
                  <a:pt x="3366643" y="597733"/>
                </a:cubicBezTo>
                <a:lnTo>
                  <a:pt x="70323" y="597733"/>
                </a:lnTo>
                <a:cubicBezTo>
                  <a:pt x="31485" y="597733"/>
                  <a:pt x="0" y="566248"/>
                  <a:pt x="0" y="527410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2894" y="2294241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7580" y="8790"/>
                </a:moveTo>
                <a:cubicBezTo>
                  <a:pt x="7884" y="8790"/>
                  <a:pt x="0" y="16674"/>
                  <a:pt x="0" y="26371"/>
                </a:cubicBezTo>
                <a:lnTo>
                  <a:pt x="0" y="114273"/>
                </a:lnTo>
                <a:cubicBezTo>
                  <a:pt x="0" y="123969"/>
                  <a:pt x="7884" y="131853"/>
                  <a:pt x="17580" y="131853"/>
                </a:cubicBezTo>
                <a:lnTo>
                  <a:pt x="105482" y="131853"/>
                </a:lnTo>
                <a:cubicBezTo>
                  <a:pt x="115179" y="131853"/>
                  <a:pt x="123063" y="123969"/>
                  <a:pt x="123063" y="114273"/>
                </a:cubicBezTo>
                <a:lnTo>
                  <a:pt x="123063" y="26371"/>
                </a:lnTo>
                <a:cubicBezTo>
                  <a:pt x="123063" y="16674"/>
                  <a:pt x="115179" y="8790"/>
                  <a:pt x="105482" y="8790"/>
                </a:cubicBezTo>
                <a:lnTo>
                  <a:pt x="17580" y="8790"/>
                </a:lnTo>
                <a:close/>
                <a:moveTo>
                  <a:pt x="84716" y="58427"/>
                </a:moveTo>
                <a:lnTo>
                  <a:pt x="62740" y="93588"/>
                </a:lnTo>
                <a:cubicBezTo>
                  <a:pt x="61586" y="95429"/>
                  <a:pt x="59609" y="96582"/>
                  <a:pt x="57438" y="96692"/>
                </a:cubicBezTo>
                <a:cubicBezTo>
                  <a:pt x="55268" y="96802"/>
                  <a:pt x="53181" y="95813"/>
                  <a:pt x="51890" y="94055"/>
                </a:cubicBezTo>
                <a:lnTo>
                  <a:pt x="38704" y="76475"/>
                </a:lnTo>
                <a:cubicBezTo>
                  <a:pt x="36507" y="73563"/>
                  <a:pt x="37111" y="69443"/>
                  <a:pt x="40023" y="67245"/>
                </a:cubicBezTo>
                <a:cubicBezTo>
                  <a:pt x="42935" y="65047"/>
                  <a:pt x="47055" y="65652"/>
                  <a:pt x="49253" y="68564"/>
                </a:cubicBezTo>
                <a:lnTo>
                  <a:pt x="56669" y="78452"/>
                </a:lnTo>
                <a:lnTo>
                  <a:pt x="73535" y="51450"/>
                </a:lnTo>
                <a:cubicBezTo>
                  <a:pt x="75458" y="48374"/>
                  <a:pt x="79524" y="47412"/>
                  <a:pt x="82628" y="49362"/>
                </a:cubicBezTo>
                <a:cubicBezTo>
                  <a:pt x="85732" y="51313"/>
                  <a:pt x="86666" y="55351"/>
                  <a:pt x="84716" y="5845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9"/>
          <p:cNvSpPr/>
          <p:nvPr/>
        </p:nvSpPr>
        <p:spPr>
          <a:xfrm>
            <a:off x="852649" y="2259080"/>
            <a:ext cx="187231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Finalize checkout wireframes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2649" y="2470045"/>
            <a:ext cx="186352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Emma • Due: Apr 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1041" y="2821652"/>
            <a:ext cx="3436966" cy="597733"/>
          </a:xfrm>
          <a:custGeom>
            <a:avLst/>
            <a:gdLst/>
            <a:ahLst/>
            <a:cxnLst/>
            <a:rect l="l" t="t" r="r" b="b"/>
            <a:pathLst>
              <a:path w="3436966" h="597733">
                <a:moveTo>
                  <a:pt x="70323" y="0"/>
                </a:moveTo>
                <a:lnTo>
                  <a:pt x="3366643" y="0"/>
                </a:lnTo>
                <a:cubicBezTo>
                  <a:pt x="3405481" y="0"/>
                  <a:pt x="3436966" y="31485"/>
                  <a:pt x="3436966" y="70323"/>
                </a:cubicBezTo>
                <a:lnTo>
                  <a:pt x="3436966" y="527410"/>
                </a:lnTo>
                <a:cubicBezTo>
                  <a:pt x="3436966" y="566248"/>
                  <a:pt x="3405481" y="597733"/>
                  <a:pt x="3366643" y="597733"/>
                </a:cubicBezTo>
                <a:lnTo>
                  <a:pt x="70323" y="597733"/>
                </a:lnTo>
                <a:cubicBezTo>
                  <a:pt x="31485" y="597733"/>
                  <a:pt x="0" y="566248"/>
                  <a:pt x="0" y="527410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2894" y="2962296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7580" y="8790"/>
                </a:moveTo>
                <a:cubicBezTo>
                  <a:pt x="7884" y="8790"/>
                  <a:pt x="0" y="16674"/>
                  <a:pt x="0" y="26371"/>
                </a:cubicBezTo>
                <a:lnTo>
                  <a:pt x="0" y="114273"/>
                </a:lnTo>
                <a:cubicBezTo>
                  <a:pt x="0" y="123969"/>
                  <a:pt x="7884" y="131853"/>
                  <a:pt x="17580" y="131853"/>
                </a:cubicBezTo>
                <a:lnTo>
                  <a:pt x="105482" y="131853"/>
                </a:lnTo>
                <a:cubicBezTo>
                  <a:pt x="115179" y="131853"/>
                  <a:pt x="123063" y="123969"/>
                  <a:pt x="123063" y="114273"/>
                </a:cubicBezTo>
                <a:lnTo>
                  <a:pt x="123063" y="26371"/>
                </a:lnTo>
                <a:cubicBezTo>
                  <a:pt x="123063" y="16674"/>
                  <a:pt x="115179" y="8790"/>
                  <a:pt x="105482" y="8790"/>
                </a:cubicBezTo>
                <a:lnTo>
                  <a:pt x="17580" y="8790"/>
                </a:lnTo>
                <a:close/>
                <a:moveTo>
                  <a:pt x="84716" y="58427"/>
                </a:moveTo>
                <a:lnTo>
                  <a:pt x="62740" y="93588"/>
                </a:lnTo>
                <a:cubicBezTo>
                  <a:pt x="61586" y="95429"/>
                  <a:pt x="59609" y="96582"/>
                  <a:pt x="57438" y="96692"/>
                </a:cubicBezTo>
                <a:cubicBezTo>
                  <a:pt x="55268" y="96802"/>
                  <a:pt x="53181" y="95813"/>
                  <a:pt x="51890" y="94055"/>
                </a:cubicBezTo>
                <a:lnTo>
                  <a:pt x="38704" y="76475"/>
                </a:lnTo>
                <a:cubicBezTo>
                  <a:pt x="36507" y="73563"/>
                  <a:pt x="37111" y="69443"/>
                  <a:pt x="40023" y="67245"/>
                </a:cubicBezTo>
                <a:cubicBezTo>
                  <a:pt x="42935" y="65047"/>
                  <a:pt x="47055" y="65652"/>
                  <a:pt x="49253" y="68564"/>
                </a:cubicBezTo>
                <a:lnTo>
                  <a:pt x="56669" y="78452"/>
                </a:lnTo>
                <a:lnTo>
                  <a:pt x="73535" y="51450"/>
                </a:lnTo>
                <a:cubicBezTo>
                  <a:pt x="75458" y="48374"/>
                  <a:pt x="79524" y="47412"/>
                  <a:pt x="82628" y="49362"/>
                </a:cubicBezTo>
                <a:cubicBezTo>
                  <a:pt x="85732" y="51313"/>
                  <a:pt x="86666" y="55351"/>
                  <a:pt x="84716" y="5845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52649" y="2927135"/>
            <a:ext cx="179320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spec 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2649" y="3138099"/>
            <a:ext cx="178441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Engineering • Due: Apr 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1041" y="3489707"/>
            <a:ext cx="3436966" cy="597733"/>
          </a:xfrm>
          <a:custGeom>
            <a:avLst/>
            <a:gdLst/>
            <a:ahLst/>
            <a:cxnLst/>
            <a:rect l="l" t="t" r="r" b="b"/>
            <a:pathLst>
              <a:path w="3436966" h="597733">
                <a:moveTo>
                  <a:pt x="70323" y="0"/>
                </a:moveTo>
                <a:lnTo>
                  <a:pt x="3366643" y="0"/>
                </a:lnTo>
                <a:cubicBezTo>
                  <a:pt x="3405481" y="0"/>
                  <a:pt x="3436966" y="31485"/>
                  <a:pt x="3436966" y="70323"/>
                </a:cubicBezTo>
                <a:lnTo>
                  <a:pt x="3436966" y="527410"/>
                </a:lnTo>
                <a:cubicBezTo>
                  <a:pt x="3436966" y="566248"/>
                  <a:pt x="3405481" y="597733"/>
                  <a:pt x="3366643" y="597733"/>
                </a:cubicBezTo>
                <a:lnTo>
                  <a:pt x="70323" y="597733"/>
                </a:lnTo>
                <a:cubicBezTo>
                  <a:pt x="31485" y="597733"/>
                  <a:pt x="0" y="566248"/>
                  <a:pt x="0" y="527410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2894" y="3630350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7580" y="8790"/>
                </a:moveTo>
                <a:cubicBezTo>
                  <a:pt x="7884" y="8790"/>
                  <a:pt x="0" y="16674"/>
                  <a:pt x="0" y="26371"/>
                </a:cubicBezTo>
                <a:lnTo>
                  <a:pt x="0" y="114273"/>
                </a:lnTo>
                <a:cubicBezTo>
                  <a:pt x="0" y="123969"/>
                  <a:pt x="7884" y="131853"/>
                  <a:pt x="17580" y="131853"/>
                </a:cubicBezTo>
                <a:lnTo>
                  <a:pt x="105482" y="131853"/>
                </a:lnTo>
                <a:cubicBezTo>
                  <a:pt x="115179" y="131853"/>
                  <a:pt x="123063" y="123969"/>
                  <a:pt x="123063" y="114273"/>
                </a:cubicBezTo>
                <a:lnTo>
                  <a:pt x="123063" y="26371"/>
                </a:lnTo>
                <a:cubicBezTo>
                  <a:pt x="123063" y="16674"/>
                  <a:pt x="115179" y="8790"/>
                  <a:pt x="105482" y="8790"/>
                </a:cubicBezTo>
                <a:lnTo>
                  <a:pt x="17580" y="8790"/>
                </a:lnTo>
                <a:close/>
                <a:moveTo>
                  <a:pt x="84716" y="58427"/>
                </a:moveTo>
                <a:lnTo>
                  <a:pt x="62740" y="93588"/>
                </a:lnTo>
                <a:cubicBezTo>
                  <a:pt x="61586" y="95429"/>
                  <a:pt x="59609" y="96582"/>
                  <a:pt x="57438" y="96692"/>
                </a:cubicBezTo>
                <a:cubicBezTo>
                  <a:pt x="55268" y="96802"/>
                  <a:pt x="53181" y="95813"/>
                  <a:pt x="51890" y="94055"/>
                </a:cubicBezTo>
                <a:lnTo>
                  <a:pt x="38704" y="76475"/>
                </a:lnTo>
                <a:cubicBezTo>
                  <a:pt x="36507" y="73563"/>
                  <a:pt x="37111" y="69443"/>
                  <a:pt x="40023" y="67245"/>
                </a:cubicBezTo>
                <a:cubicBezTo>
                  <a:pt x="42935" y="65047"/>
                  <a:pt x="47055" y="65652"/>
                  <a:pt x="49253" y="68564"/>
                </a:cubicBezTo>
                <a:lnTo>
                  <a:pt x="56669" y="78452"/>
                </a:lnTo>
                <a:lnTo>
                  <a:pt x="73535" y="51450"/>
                </a:lnTo>
                <a:cubicBezTo>
                  <a:pt x="75458" y="48374"/>
                  <a:pt x="79524" y="47412"/>
                  <a:pt x="82628" y="49362"/>
                </a:cubicBezTo>
                <a:cubicBezTo>
                  <a:pt x="85732" y="51313"/>
                  <a:pt x="86666" y="55351"/>
                  <a:pt x="84716" y="5845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2649" y="3595190"/>
            <a:ext cx="182836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 Pay sandbox setup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2649" y="3806154"/>
            <a:ext cx="181957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Partnerships • Due: Apr 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6003" y="4381912"/>
            <a:ext cx="3727043" cy="2118437"/>
          </a:xfrm>
          <a:custGeom>
            <a:avLst/>
            <a:gdLst/>
            <a:ahLst/>
            <a:cxnLst/>
            <a:rect l="l" t="t" r="r" b="b"/>
            <a:pathLst>
              <a:path w="3727043" h="2118437">
                <a:moveTo>
                  <a:pt x="105477" y="0"/>
                </a:moveTo>
                <a:lnTo>
                  <a:pt x="3621566" y="0"/>
                </a:lnTo>
                <a:cubicBezTo>
                  <a:pt x="3679819" y="0"/>
                  <a:pt x="3727043" y="47224"/>
                  <a:pt x="3727043" y="105477"/>
                </a:cubicBezTo>
                <a:lnTo>
                  <a:pt x="3727043" y="2012960"/>
                </a:lnTo>
                <a:cubicBezTo>
                  <a:pt x="3727043" y="2071213"/>
                  <a:pt x="3679819" y="2118437"/>
                  <a:pt x="3621566" y="2118437"/>
                </a:cubicBezTo>
                <a:lnTo>
                  <a:pt x="105477" y="2118437"/>
                </a:lnTo>
                <a:cubicBezTo>
                  <a:pt x="47224" y="2118437"/>
                  <a:pt x="0" y="2071213"/>
                  <a:pt x="0" y="2012960"/>
                </a:cubicBezTo>
                <a:lnTo>
                  <a:pt x="0" y="105477"/>
                </a:lnTo>
                <a:cubicBezTo>
                  <a:pt x="0" y="47263"/>
                  <a:pt x="47263" y="0"/>
                  <a:pt x="105477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41" y="4526950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4104" y="4650013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37003" y="131922"/>
                </a:moveTo>
                <a:cubicBezTo>
                  <a:pt x="129415" y="118736"/>
                  <a:pt x="115165" y="109877"/>
                  <a:pt x="98890" y="109877"/>
                </a:cubicBezTo>
                <a:lnTo>
                  <a:pt x="76914" y="109877"/>
                </a:lnTo>
                <a:cubicBezTo>
                  <a:pt x="60639" y="109877"/>
                  <a:pt x="46389" y="118736"/>
                  <a:pt x="38800" y="131922"/>
                </a:cubicBezTo>
                <a:cubicBezTo>
                  <a:pt x="50887" y="145382"/>
                  <a:pt x="68399" y="153828"/>
                  <a:pt x="87902" y="153828"/>
                </a:cubicBezTo>
                <a:cubicBezTo>
                  <a:pt x="107405" y="153828"/>
                  <a:pt x="124917" y="145347"/>
                  <a:pt x="137003" y="131922"/>
                </a:cubicBezTo>
                <a:close/>
                <a:moveTo>
                  <a:pt x="0" y="87902"/>
                </a:moveTo>
                <a:cubicBezTo>
                  <a:pt x="0" y="39388"/>
                  <a:pt x="39388" y="0"/>
                  <a:pt x="87902" y="0"/>
                </a:cubicBezTo>
                <a:cubicBezTo>
                  <a:pt x="136416" y="0"/>
                  <a:pt x="175804" y="39388"/>
                  <a:pt x="175804" y="87902"/>
                </a:cubicBezTo>
                <a:cubicBezTo>
                  <a:pt x="175804" y="136416"/>
                  <a:pt x="136416" y="175804"/>
                  <a:pt x="87902" y="175804"/>
                </a:cubicBezTo>
                <a:cubicBezTo>
                  <a:pt x="39388" y="175804"/>
                  <a:pt x="0" y="136416"/>
                  <a:pt x="0" y="87902"/>
                </a:cubicBezTo>
                <a:close/>
                <a:moveTo>
                  <a:pt x="87902" y="93396"/>
                </a:moveTo>
                <a:cubicBezTo>
                  <a:pt x="101547" y="93396"/>
                  <a:pt x="112624" y="82318"/>
                  <a:pt x="112624" y="68673"/>
                </a:cubicBezTo>
                <a:cubicBezTo>
                  <a:pt x="112624" y="55029"/>
                  <a:pt x="101547" y="43951"/>
                  <a:pt x="87902" y="43951"/>
                </a:cubicBezTo>
                <a:cubicBezTo>
                  <a:pt x="74257" y="43951"/>
                  <a:pt x="63180" y="55029"/>
                  <a:pt x="63180" y="68673"/>
                </a:cubicBezTo>
                <a:cubicBezTo>
                  <a:pt x="63180" y="82318"/>
                  <a:pt x="74257" y="93396"/>
                  <a:pt x="87902" y="9339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453" y="4614852"/>
            <a:ext cx="9141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1041" y="5089523"/>
            <a:ext cx="3436966" cy="597733"/>
          </a:xfrm>
          <a:custGeom>
            <a:avLst/>
            <a:gdLst/>
            <a:ahLst/>
            <a:cxnLst/>
            <a:rect l="l" t="t" r="r" b="b"/>
            <a:pathLst>
              <a:path w="3436966" h="597733">
                <a:moveTo>
                  <a:pt x="70323" y="0"/>
                </a:moveTo>
                <a:lnTo>
                  <a:pt x="3366643" y="0"/>
                </a:lnTo>
                <a:cubicBezTo>
                  <a:pt x="3405481" y="0"/>
                  <a:pt x="3436966" y="31485"/>
                  <a:pt x="3436966" y="70323"/>
                </a:cubicBezTo>
                <a:lnTo>
                  <a:pt x="3436966" y="527410"/>
                </a:lnTo>
                <a:cubicBezTo>
                  <a:pt x="3436966" y="566248"/>
                  <a:pt x="3405481" y="597733"/>
                  <a:pt x="3366643" y="597733"/>
                </a:cubicBezTo>
                <a:lnTo>
                  <a:pt x="70323" y="597733"/>
                </a:lnTo>
                <a:cubicBezTo>
                  <a:pt x="31485" y="597733"/>
                  <a:pt x="0" y="566248"/>
                  <a:pt x="0" y="527410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2894" y="5230166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7580" y="8790"/>
                </a:moveTo>
                <a:cubicBezTo>
                  <a:pt x="7884" y="8790"/>
                  <a:pt x="0" y="16674"/>
                  <a:pt x="0" y="26371"/>
                </a:cubicBezTo>
                <a:lnTo>
                  <a:pt x="0" y="114273"/>
                </a:lnTo>
                <a:cubicBezTo>
                  <a:pt x="0" y="123969"/>
                  <a:pt x="7884" y="131853"/>
                  <a:pt x="17580" y="131853"/>
                </a:cubicBezTo>
                <a:lnTo>
                  <a:pt x="105482" y="131853"/>
                </a:lnTo>
                <a:cubicBezTo>
                  <a:pt x="115179" y="131853"/>
                  <a:pt x="123063" y="123969"/>
                  <a:pt x="123063" y="114273"/>
                </a:cubicBezTo>
                <a:lnTo>
                  <a:pt x="123063" y="26371"/>
                </a:lnTo>
                <a:cubicBezTo>
                  <a:pt x="123063" y="16674"/>
                  <a:pt x="115179" y="8790"/>
                  <a:pt x="105482" y="8790"/>
                </a:cubicBezTo>
                <a:lnTo>
                  <a:pt x="17580" y="8790"/>
                </a:lnTo>
                <a:close/>
                <a:moveTo>
                  <a:pt x="84716" y="58427"/>
                </a:moveTo>
                <a:lnTo>
                  <a:pt x="62740" y="93588"/>
                </a:lnTo>
                <a:cubicBezTo>
                  <a:pt x="61586" y="95429"/>
                  <a:pt x="59609" y="96582"/>
                  <a:pt x="57438" y="96692"/>
                </a:cubicBezTo>
                <a:cubicBezTo>
                  <a:pt x="55268" y="96802"/>
                  <a:pt x="53181" y="95813"/>
                  <a:pt x="51890" y="94055"/>
                </a:cubicBezTo>
                <a:lnTo>
                  <a:pt x="38704" y="76475"/>
                </a:lnTo>
                <a:cubicBezTo>
                  <a:pt x="36507" y="73563"/>
                  <a:pt x="37111" y="69443"/>
                  <a:pt x="40023" y="67245"/>
                </a:cubicBezTo>
                <a:cubicBezTo>
                  <a:pt x="42935" y="65047"/>
                  <a:pt x="47055" y="65652"/>
                  <a:pt x="49253" y="68564"/>
                </a:cubicBezTo>
                <a:lnTo>
                  <a:pt x="56669" y="78452"/>
                </a:lnTo>
                <a:lnTo>
                  <a:pt x="73535" y="51450"/>
                </a:lnTo>
                <a:cubicBezTo>
                  <a:pt x="75458" y="48374"/>
                  <a:pt x="79524" y="47412"/>
                  <a:pt x="82628" y="49362"/>
                </a:cubicBezTo>
                <a:cubicBezTo>
                  <a:pt x="85732" y="51313"/>
                  <a:pt x="86666" y="55351"/>
                  <a:pt x="84716" y="58455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52649" y="5195005"/>
            <a:ext cx="16086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approval meeting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2649" y="5405970"/>
            <a:ext cx="1599815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Product • Due: Apr 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1041" y="5757578"/>
            <a:ext cx="3436966" cy="597733"/>
          </a:xfrm>
          <a:custGeom>
            <a:avLst/>
            <a:gdLst/>
            <a:ahLst/>
            <a:cxnLst/>
            <a:rect l="l" t="t" r="r" b="b"/>
            <a:pathLst>
              <a:path w="3436966" h="597733">
                <a:moveTo>
                  <a:pt x="70323" y="0"/>
                </a:moveTo>
                <a:lnTo>
                  <a:pt x="3366643" y="0"/>
                </a:lnTo>
                <a:cubicBezTo>
                  <a:pt x="3405481" y="0"/>
                  <a:pt x="3436966" y="31485"/>
                  <a:pt x="3436966" y="70323"/>
                </a:cubicBezTo>
                <a:lnTo>
                  <a:pt x="3436966" y="527410"/>
                </a:lnTo>
                <a:cubicBezTo>
                  <a:pt x="3436966" y="566248"/>
                  <a:pt x="3405481" y="597733"/>
                  <a:pt x="3366643" y="597733"/>
                </a:cubicBezTo>
                <a:lnTo>
                  <a:pt x="70323" y="597733"/>
                </a:lnTo>
                <a:cubicBezTo>
                  <a:pt x="31485" y="597733"/>
                  <a:pt x="0" y="566248"/>
                  <a:pt x="0" y="527410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2894" y="5898221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7580" y="8790"/>
                </a:moveTo>
                <a:cubicBezTo>
                  <a:pt x="7884" y="8790"/>
                  <a:pt x="0" y="16674"/>
                  <a:pt x="0" y="26371"/>
                </a:cubicBezTo>
                <a:lnTo>
                  <a:pt x="0" y="114273"/>
                </a:lnTo>
                <a:cubicBezTo>
                  <a:pt x="0" y="123969"/>
                  <a:pt x="7884" y="131853"/>
                  <a:pt x="17580" y="131853"/>
                </a:cubicBezTo>
                <a:lnTo>
                  <a:pt x="105482" y="131853"/>
                </a:lnTo>
                <a:cubicBezTo>
                  <a:pt x="115179" y="131853"/>
                  <a:pt x="123063" y="123969"/>
                  <a:pt x="123063" y="114273"/>
                </a:cubicBezTo>
                <a:lnTo>
                  <a:pt x="123063" y="26371"/>
                </a:lnTo>
                <a:cubicBezTo>
                  <a:pt x="123063" y="16674"/>
                  <a:pt x="115179" y="8790"/>
                  <a:pt x="105482" y="8790"/>
                </a:cubicBezTo>
                <a:lnTo>
                  <a:pt x="17580" y="8790"/>
                </a:lnTo>
                <a:close/>
                <a:moveTo>
                  <a:pt x="84716" y="58427"/>
                </a:moveTo>
                <a:lnTo>
                  <a:pt x="62740" y="93588"/>
                </a:lnTo>
                <a:cubicBezTo>
                  <a:pt x="61586" y="95429"/>
                  <a:pt x="59609" y="96582"/>
                  <a:pt x="57438" y="96692"/>
                </a:cubicBezTo>
                <a:cubicBezTo>
                  <a:pt x="55268" y="96802"/>
                  <a:pt x="53181" y="95813"/>
                  <a:pt x="51890" y="94055"/>
                </a:cubicBezTo>
                <a:lnTo>
                  <a:pt x="38704" y="76475"/>
                </a:lnTo>
                <a:cubicBezTo>
                  <a:pt x="36507" y="73563"/>
                  <a:pt x="37111" y="69443"/>
                  <a:pt x="40023" y="67245"/>
                </a:cubicBezTo>
                <a:cubicBezTo>
                  <a:pt x="42935" y="65047"/>
                  <a:pt x="47055" y="65652"/>
                  <a:pt x="49253" y="68564"/>
                </a:cubicBezTo>
                <a:lnTo>
                  <a:pt x="56669" y="78452"/>
                </a:lnTo>
                <a:lnTo>
                  <a:pt x="73535" y="51450"/>
                </a:lnTo>
                <a:cubicBezTo>
                  <a:pt x="75458" y="48374"/>
                  <a:pt x="79524" y="47412"/>
                  <a:pt x="82628" y="49362"/>
                </a:cubicBezTo>
                <a:cubicBezTo>
                  <a:pt x="85732" y="51313"/>
                  <a:pt x="86666" y="55351"/>
                  <a:pt x="84716" y="58455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2649" y="5863060"/>
            <a:ext cx="14855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High-fidelity mockups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2649" y="6074025"/>
            <a:ext cx="147675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Emma • Due: Apr 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31449" y="1445987"/>
            <a:ext cx="3727043" cy="2136017"/>
          </a:xfrm>
          <a:custGeom>
            <a:avLst/>
            <a:gdLst/>
            <a:ahLst/>
            <a:cxnLst/>
            <a:rect l="l" t="t" r="r" b="b"/>
            <a:pathLst>
              <a:path w="3727043" h="2136017">
                <a:moveTo>
                  <a:pt x="105477" y="0"/>
                </a:moveTo>
                <a:lnTo>
                  <a:pt x="3621566" y="0"/>
                </a:lnTo>
                <a:cubicBezTo>
                  <a:pt x="3679819" y="0"/>
                  <a:pt x="3727043" y="47223"/>
                  <a:pt x="3727043" y="105477"/>
                </a:cubicBezTo>
                <a:lnTo>
                  <a:pt x="3727043" y="2030541"/>
                </a:lnTo>
                <a:cubicBezTo>
                  <a:pt x="3727043" y="2088794"/>
                  <a:pt x="3679819" y="2136017"/>
                  <a:pt x="3621566" y="2136017"/>
                </a:cubicBezTo>
                <a:lnTo>
                  <a:pt x="105477" y="2136017"/>
                </a:lnTo>
                <a:cubicBezTo>
                  <a:pt x="47223" y="2136017"/>
                  <a:pt x="0" y="2088794"/>
                  <a:pt x="0" y="2030541"/>
                </a:cubicBezTo>
                <a:lnTo>
                  <a:pt x="0" y="105477"/>
                </a:lnTo>
                <a:cubicBezTo>
                  <a:pt x="0" y="47262"/>
                  <a:pt x="47262" y="0"/>
                  <a:pt x="105477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6487" y="1591025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99550" y="1714088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0988" y="10988"/>
                </a:moveTo>
                <a:cubicBezTo>
                  <a:pt x="17065" y="10988"/>
                  <a:pt x="21975" y="15898"/>
                  <a:pt x="21975" y="21975"/>
                </a:cubicBezTo>
                <a:lnTo>
                  <a:pt x="21975" y="137347"/>
                </a:lnTo>
                <a:cubicBezTo>
                  <a:pt x="21975" y="140368"/>
                  <a:pt x="24448" y="142841"/>
                  <a:pt x="27469" y="142841"/>
                </a:cubicBezTo>
                <a:lnTo>
                  <a:pt x="164816" y="142841"/>
                </a:lnTo>
                <a:cubicBezTo>
                  <a:pt x="170894" y="142841"/>
                  <a:pt x="175804" y="147751"/>
                  <a:pt x="175804" y="153828"/>
                </a:cubicBezTo>
                <a:cubicBezTo>
                  <a:pt x="175804" y="159906"/>
                  <a:pt x="170894" y="164816"/>
                  <a:pt x="164816" y="164816"/>
                </a:cubicBezTo>
                <a:lnTo>
                  <a:pt x="27469" y="164816"/>
                </a:lnTo>
                <a:cubicBezTo>
                  <a:pt x="12293" y="164816"/>
                  <a:pt x="0" y="152524"/>
                  <a:pt x="0" y="137347"/>
                </a:cubicBezTo>
                <a:lnTo>
                  <a:pt x="0" y="21975"/>
                </a:lnTo>
                <a:cubicBezTo>
                  <a:pt x="0" y="15898"/>
                  <a:pt x="4910" y="10988"/>
                  <a:pt x="10988" y="10988"/>
                </a:cubicBezTo>
                <a:close/>
                <a:moveTo>
                  <a:pt x="43951" y="32963"/>
                </a:moveTo>
                <a:cubicBezTo>
                  <a:pt x="43951" y="26886"/>
                  <a:pt x="48861" y="21975"/>
                  <a:pt x="54939" y="21975"/>
                </a:cubicBezTo>
                <a:lnTo>
                  <a:pt x="120865" y="21975"/>
                </a:lnTo>
                <a:cubicBezTo>
                  <a:pt x="126943" y="21975"/>
                  <a:pt x="131853" y="26886"/>
                  <a:pt x="131853" y="32963"/>
                </a:cubicBezTo>
                <a:cubicBezTo>
                  <a:pt x="131853" y="39041"/>
                  <a:pt x="126943" y="43951"/>
                  <a:pt x="120865" y="43951"/>
                </a:cubicBezTo>
                <a:lnTo>
                  <a:pt x="54939" y="43951"/>
                </a:lnTo>
                <a:cubicBezTo>
                  <a:pt x="48861" y="43951"/>
                  <a:pt x="43951" y="39041"/>
                  <a:pt x="43951" y="32963"/>
                </a:cubicBezTo>
                <a:close/>
                <a:moveTo>
                  <a:pt x="54939" y="60433"/>
                </a:moveTo>
                <a:lnTo>
                  <a:pt x="98890" y="60433"/>
                </a:lnTo>
                <a:cubicBezTo>
                  <a:pt x="104967" y="60433"/>
                  <a:pt x="109877" y="65343"/>
                  <a:pt x="109877" y="71420"/>
                </a:cubicBezTo>
                <a:cubicBezTo>
                  <a:pt x="109877" y="77498"/>
                  <a:pt x="104967" y="82408"/>
                  <a:pt x="98890" y="82408"/>
                </a:cubicBezTo>
                <a:lnTo>
                  <a:pt x="54939" y="82408"/>
                </a:lnTo>
                <a:cubicBezTo>
                  <a:pt x="48861" y="82408"/>
                  <a:pt x="43951" y="77498"/>
                  <a:pt x="43951" y="71420"/>
                </a:cubicBezTo>
                <a:cubicBezTo>
                  <a:pt x="43951" y="65343"/>
                  <a:pt x="48861" y="60433"/>
                  <a:pt x="54939" y="60433"/>
                </a:cubicBezTo>
                <a:close/>
                <a:moveTo>
                  <a:pt x="54939" y="98890"/>
                </a:moveTo>
                <a:lnTo>
                  <a:pt x="142841" y="98890"/>
                </a:lnTo>
                <a:cubicBezTo>
                  <a:pt x="148918" y="98890"/>
                  <a:pt x="153828" y="103800"/>
                  <a:pt x="153828" y="109877"/>
                </a:cubicBezTo>
                <a:cubicBezTo>
                  <a:pt x="153828" y="115955"/>
                  <a:pt x="148918" y="120865"/>
                  <a:pt x="142841" y="120865"/>
                </a:cubicBezTo>
                <a:lnTo>
                  <a:pt x="54939" y="120865"/>
                </a:lnTo>
                <a:cubicBezTo>
                  <a:pt x="48861" y="120865"/>
                  <a:pt x="43951" y="115955"/>
                  <a:pt x="43951" y="109877"/>
                </a:cubicBezTo>
                <a:cubicBezTo>
                  <a:pt x="43951" y="103800"/>
                  <a:pt x="48861" y="98890"/>
                  <a:pt x="54939" y="9889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6" name="Text 34"/>
          <p:cNvSpPr/>
          <p:nvPr/>
        </p:nvSpPr>
        <p:spPr>
          <a:xfrm>
            <a:off x="4903899" y="1678927"/>
            <a:ext cx="72079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0882" y="2157993"/>
            <a:ext cx="3428176" cy="606523"/>
          </a:xfrm>
          <a:custGeom>
            <a:avLst/>
            <a:gdLst/>
            <a:ahLst/>
            <a:cxnLst/>
            <a:rect l="l" t="t" r="r" b="b"/>
            <a:pathLst>
              <a:path w="3428176" h="606523">
                <a:moveTo>
                  <a:pt x="70320" y="0"/>
                </a:moveTo>
                <a:lnTo>
                  <a:pt x="3357856" y="0"/>
                </a:lnTo>
                <a:cubicBezTo>
                  <a:pt x="3396692" y="0"/>
                  <a:pt x="3428176" y="31483"/>
                  <a:pt x="3428176" y="70320"/>
                </a:cubicBezTo>
                <a:lnTo>
                  <a:pt x="3428176" y="536203"/>
                </a:lnTo>
                <a:cubicBezTo>
                  <a:pt x="3428176" y="575040"/>
                  <a:pt x="3396692" y="606523"/>
                  <a:pt x="3357856" y="606523"/>
                </a:cubicBezTo>
                <a:lnTo>
                  <a:pt x="70320" y="606523"/>
                </a:lnTo>
                <a:cubicBezTo>
                  <a:pt x="31509" y="606523"/>
                  <a:pt x="0" y="575014"/>
                  <a:pt x="0" y="536203"/>
                </a:cubicBezTo>
                <a:lnTo>
                  <a:pt x="0" y="70320"/>
                </a:lnTo>
                <a:cubicBezTo>
                  <a:pt x="0" y="31483"/>
                  <a:pt x="31483" y="0"/>
                  <a:pt x="70320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08340" y="2303031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70322" y="37358"/>
                </a:moveTo>
                <a:cubicBezTo>
                  <a:pt x="73975" y="37358"/>
                  <a:pt x="76914" y="40298"/>
                  <a:pt x="76914" y="43951"/>
                </a:cubicBezTo>
                <a:lnTo>
                  <a:pt x="76914" y="74717"/>
                </a:lnTo>
                <a:cubicBezTo>
                  <a:pt x="76914" y="78370"/>
                  <a:pt x="73975" y="81309"/>
                  <a:pt x="70322" y="81309"/>
                </a:cubicBezTo>
                <a:cubicBezTo>
                  <a:pt x="66668" y="81309"/>
                  <a:pt x="63729" y="78370"/>
                  <a:pt x="63729" y="74717"/>
                </a:cubicBezTo>
                <a:lnTo>
                  <a:pt x="63729" y="43951"/>
                </a:lnTo>
                <a:cubicBezTo>
                  <a:pt x="63729" y="40298"/>
                  <a:pt x="66668" y="37358"/>
                  <a:pt x="70322" y="37358"/>
                </a:cubicBezTo>
                <a:close/>
                <a:moveTo>
                  <a:pt x="62987" y="96692"/>
                </a:moveTo>
                <a:cubicBezTo>
                  <a:pt x="62820" y="93970"/>
                  <a:pt x="64178" y="91380"/>
                  <a:pt x="66512" y="89968"/>
                </a:cubicBezTo>
                <a:cubicBezTo>
                  <a:pt x="68846" y="88556"/>
                  <a:pt x="71770" y="88556"/>
                  <a:pt x="74104" y="89968"/>
                </a:cubicBezTo>
                <a:cubicBezTo>
                  <a:pt x="76438" y="91380"/>
                  <a:pt x="77795" y="93970"/>
                  <a:pt x="77628" y="96692"/>
                </a:cubicBezTo>
                <a:cubicBezTo>
                  <a:pt x="77795" y="99415"/>
                  <a:pt x="76438" y="102005"/>
                  <a:pt x="74104" y="103416"/>
                </a:cubicBezTo>
                <a:cubicBezTo>
                  <a:pt x="71770" y="104828"/>
                  <a:pt x="68846" y="104828"/>
                  <a:pt x="66512" y="103416"/>
                </a:cubicBezTo>
                <a:cubicBezTo>
                  <a:pt x="64178" y="102005"/>
                  <a:pt x="62820" y="99415"/>
                  <a:pt x="62987" y="96692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9" name="Text 37"/>
          <p:cNvSpPr/>
          <p:nvPr/>
        </p:nvSpPr>
        <p:spPr>
          <a:xfrm>
            <a:off x="4736885" y="2267870"/>
            <a:ext cx="154707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schema decision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36885" y="2478835"/>
            <a:ext cx="1538284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Product • Due: Apr 1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76487" y="2839233"/>
            <a:ext cx="3436966" cy="597733"/>
          </a:xfrm>
          <a:custGeom>
            <a:avLst/>
            <a:gdLst/>
            <a:ahLst/>
            <a:cxnLst/>
            <a:rect l="l" t="t" r="r" b="b"/>
            <a:pathLst>
              <a:path w="3436966" h="597733">
                <a:moveTo>
                  <a:pt x="70323" y="0"/>
                </a:moveTo>
                <a:lnTo>
                  <a:pt x="3366643" y="0"/>
                </a:lnTo>
                <a:cubicBezTo>
                  <a:pt x="3405481" y="0"/>
                  <a:pt x="3436966" y="31485"/>
                  <a:pt x="3436966" y="70323"/>
                </a:cubicBezTo>
                <a:lnTo>
                  <a:pt x="3436966" y="527410"/>
                </a:lnTo>
                <a:cubicBezTo>
                  <a:pt x="3436966" y="566248"/>
                  <a:pt x="3405481" y="597733"/>
                  <a:pt x="3366643" y="597733"/>
                </a:cubicBezTo>
                <a:lnTo>
                  <a:pt x="70323" y="597733"/>
                </a:lnTo>
                <a:cubicBezTo>
                  <a:pt x="31485" y="597733"/>
                  <a:pt x="0" y="566248"/>
                  <a:pt x="0" y="527410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08340" y="2979876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7580" y="8790"/>
                </a:moveTo>
                <a:cubicBezTo>
                  <a:pt x="7884" y="8790"/>
                  <a:pt x="0" y="16674"/>
                  <a:pt x="0" y="26371"/>
                </a:cubicBezTo>
                <a:lnTo>
                  <a:pt x="0" y="114273"/>
                </a:lnTo>
                <a:cubicBezTo>
                  <a:pt x="0" y="123969"/>
                  <a:pt x="7884" y="131853"/>
                  <a:pt x="17580" y="131853"/>
                </a:cubicBezTo>
                <a:lnTo>
                  <a:pt x="105482" y="131853"/>
                </a:lnTo>
                <a:cubicBezTo>
                  <a:pt x="115179" y="131853"/>
                  <a:pt x="123063" y="123969"/>
                  <a:pt x="123063" y="114273"/>
                </a:cubicBezTo>
                <a:lnTo>
                  <a:pt x="123063" y="26371"/>
                </a:lnTo>
                <a:cubicBezTo>
                  <a:pt x="123063" y="16674"/>
                  <a:pt x="115179" y="8790"/>
                  <a:pt x="105482" y="8790"/>
                </a:cubicBezTo>
                <a:lnTo>
                  <a:pt x="17580" y="8790"/>
                </a:lnTo>
                <a:close/>
                <a:moveTo>
                  <a:pt x="84716" y="58427"/>
                </a:moveTo>
                <a:lnTo>
                  <a:pt x="62740" y="93588"/>
                </a:lnTo>
                <a:cubicBezTo>
                  <a:pt x="61586" y="95429"/>
                  <a:pt x="59609" y="96582"/>
                  <a:pt x="57438" y="96692"/>
                </a:cubicBezTo>
                <a:cubicBezTo>
                  <a:pt x="55268" y="96802"/>
                  <a:pt x="53181" y="95813"/>
                  <a:pt x="51890" y="94055"/>
                </a:cubicBezTo>
                <a:lnTo>
                  <a:pt x="38704" y="76475"/>
                </a:lnTo>
                <a:cubicBezTo>
                  <a:pt x="36507" y="73563"/>
                  <a:pt x="37111" y="69443"/>
                  <a:pt x="40023" y="67245"/>
                </a:cubicBezTo>
                <a:cubicBezTo>
                  <a:pt x="42935" y="65047"/>
                  <a:pt x="47055" y="65652"/>
                  <a:pt x="49253" y="68564"/>
                </a:cubicBezTo>
                <a:lnTo>
                  <a:pt x="56669" y="78452"/>
                </a:lnTo>
                <a:lnTo>
                  <a:pt x="73535" y="51450"/>
                </a:lnTo>
                <a:cubicBezTo>
                  <a:pt x="75458" y="48374"/>
                  <a:pt x="79524" y="47412"/>
                  <a:pt x="82628" y="49362"/>
                </a:cubicBezTo>
                <a:cubicBezTo>
                  <a:pt x="85732" y="51313"/>
                  <a:pt x="86666" y="55351"/>
                  <a:pt x="84716" y="58455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43" name="Text 41"/>
          <p:cNvSpPr/>
          <p:nvPr/>
        </p:nvSpPr>
        <p:spPr>
          <a:xfrm>
            <a:off x="4728095" y="2944715"/>
            <a:ext cx="174045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component dev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28095" y="3155680"/>
            <a:ext cx="1731668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Sarah • Due: Apr 4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31449" y="3731438"/>
            <a:ext cx="3727043" cy="2153598"/>
          </a:xfrm>
          <a:custGeom>
            <a:avLst/>
            <a:gdLst/>
            <a:ahLst/>
            <a:cxnLst/>
            <a:rect l="l" t="t" r="r" b="b"/>
            <a:pathLst>
              <a:path w="3727043" h="2153598">
                <a:moveTo>
                  <a:pt x="105483" y="0"/>
                </a:moveTo>
                <a:lnTo>
                  <a:pt x="3621559" y="0"/>
                </a:lnTo>
                <a:cubicBezTo>
                  <a:pt x="3679816" y="0"/>
                  <a:pt x="3727043" y="47226"/>
                  <a:pt x="3727043" y="105483"/>
                </a:cubicBezTo>
                <a:lnTo>
                  <a:pt x="3727043" y="2048114"/>
                </a:lnTo>
                <a:cubicBezTo>
                  <a:pt x="3727043" y="2106371"/>
                  <a:pt x="3679816" y="2153598"/>
                  <a:pt x="3621559" y="2153598"/>
                </a:cubicBezTo>
                <a:lnTo>
                  <a:pt x="105483" y="2153598"/>
                </a:lnTo>
                <a:cubicBezTo>
                  <a:pt x="47226" y="2153598"/>
                  <a:pt x="0" y="2106371"/>
                  <a:pt x="0" y="2048114"/>
                </a:cubicBezTo>
                <a:lnTo>
                  <a:pt x="0" y="105483"/>
                </a:lnTo>
                <a:cubicBezTo>
                  <a:pt x="0" y="47265"/>
                  <a:pt x="47265" y="0"/>
                  <a:pt x="105483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76487" y="3876476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488562" y="3999539"/>
            <a:ext cx="197779" cy="175804"/>
          </a:xfrm>
          <a:custGeom>
            <a:avLst/>
            <a:gdLst/>
            <a:ahLst/>
            <a:cxnLst/>
            <a:rect l="l" t="t" r="r" b="b"/>
            <a:pathLst>
              <a:path w="197779" h="175804">
                <a:moveTo>
                  <a:pt x="65926" y="32963"/>
                </a:moveTo>
                <a:cubicBezTo>
                  <a:pt x="65926" y="14765"/>
                  <a:pt x="80691" y="0"/>
                  <a:pt x="98890" y="0"/>
                </a:cubicBezTo>
                <a:cubicBezTo>
                  <a:pt x="117088" y="0"/>
                  <a:pt x="131853" y="14765"/>
                  <a:pt x="131853" y="32963"/>
                </a:cubicBezTo>
                <a:lnTo>
                  <a:pt x="131853" y="34199"/>
                </a:lnTo>
                <a:cubicBezTo>
                  <a:pt x="131853" y="39590"/>
                  <a:pt x="127492" y="43951"/>
                  <a:pt x="122101" y="43951"/>
                </a:cubicBezTo>
                <a:lnTo>
                  <a:pt x="75712" y="43951"/>
                </a:lnTo>
                <a:cubicBezTo>
                  <a:pt x="70322" y="43951"/>
                  <a:pt x="65961" y="39590"/>
                  <a:pt x="65961" y="34199"/>
                </a:cubicBezTo>
                <a:lnTo>
                  <a:pt x="65961" y="32963"/>
                </a:lnTo>
                <a:close/>
                <a:moveTo>
                  <a:pt x="184594" y="37358"/>
                </a:moveTo>
                <a:cubicBezTo>
                  <a:pt x="188234" y="42200"/>
                  <a:pt x="187238" y="49101"/>
                  <a:pt x="182397" y="52741"/>
                </a:cubicBezTo>
                <a:lnTo>
                  <a:pt x="148815" y="77910"/>
                </a:lnTo>
                <a:cubicBezTo>
                  <a:pt x="150635" y="80966"/>
                  <a:pt x="152009" y="84331"/>
                  <a:pt x="152867" y="87902"/>
                </a:cubicBezTo>
                <a:lnTo>
                  <a:pt x="186792" y="87902"/>
                </a:lnTo>
                <a:cubicBezTo>
                  <a:pt x="192869" y="87902"/>
                  <a:pt x="197779" y="92812"/>
                  <a:pt x="197779" y="98890"/>
                </a:cubicBezTo>
                <a:cubicBezTo>
                  <a:pt x="197779" y="104967"/>
                  <a:pt x="192869" y="109877"/>
                  <a:pt x="186792" y="109877"/>
                </a:cubicBezTo>
                <a:lnTo>
                  <a:pt x="153828" y="109877"/>
                </a:lnTo>
                <a:lnTo>
                  <a:pt x="153828" y="120865"/>
                </a:lnTo>
                <a:cubicBezTo>
                  <a:pt x="153828" y="121758"/>
                  <a:pt x="153794" y="122685"/>
                  <a:pt x="153760" y="123578"/>
                </a:cubicBezTo>
                <a:lnTo>
                  <a:pt x="182397" y="145038"/>
                </a:lnTo>
                <a:cubicBezTo>
                  <a:pt x="187238" y="148678"/>
                  <a:pt x="188234" y="155580"/>
                  <a:pt x="184594" y="160421"/>
                </a:cubicBezTo>
                <a:cubicBezTo>
                  <a:pt x="180954" y="165263"/>
                  <a:pt x="174053" y="166258"/>
                  <a:pt x="169211" y="162619"/>
                </a:cubicBezTo>
                <a:lnTo>
                  <a:pt x="147545" y="146377"/>
                </a:lnTo>
                <a:cubicBezTo>
                  <a:pt x="139579" y="161554"/>
                  <a:pt x="124711" y="172542"/>
                  <a:pt x="107130" y="175186"/>
                </a:cubicBezTo>
                <a:lnTo>
                  <a:pt x="107130" y="96143"/>
                </a:lnTo>
                <a:cubicBezTo>
                  <a:pt x="107130" y="91576"/>
                  <a:pt x="103456" y="87902"/>
                  <a:pt x="98890" y="87902"/>
                </a:cubicBezTo>
                <a:cubicBezTo>
                  <a:pt x="94323" y="87902"/>
                  <a:pt x="90649" y="91576"/>
                  <a:pt x="90649" y="96143"/>
                </a:cubicBezTo>
                <a:lnTo>
                  <a:pt x="90649" y="175186"/>
                </a:lnTo>
                <a:cubicBezTo>
                  <a:pt x="73068" y="172542"/>
                  <a:pt x="58201" y="161554"/>
                  <a:pt x="50235" y="146377"/>
                </a:cubicBezTo>
                <a:lnTo>
                  <a:pt x="28568" y="162619"/>
                </a:lnTo>
                <a:cubicBezTo>
                  <a:pt x="23727" y="166258"/>
                  <a:pt x="16825" y="165263"/>
                  <a:pt x="13185" y="160421"/>
                </a:cubicBezTo>
                <a:cubicBezTo>
                  <a:pt x="9546" y="155580"/>
                  <a:pt x="10541" y="148678"/>
                  <a:pt x="15383" y="145038"/>
                </a:cubicBezTo>
                <a:lnTo>
                  <a:pt x="44020" y="123578"/>
                </a:lnTo>
                <a:cubicBezTo>
                  <a:pt x="43985" y="122685"/>
                  <a:pt x="43951" y="121792"/>
                  <a:pt x="43951" y="120865"/>
                </a:cubicBezTo>
                <a:lnTo>
                  <a:pt x="43951" y="109877"/>
                </a:lnTo>
                <a:lnTo>
                  <a:pt x="10988" y="109877"/>
                </a:lnTo>
                <a:cubicBezTo>
                  <a:pt x="4910" y="109877"/>
                  <a:pt x="0" y="104967"/>
                  <a:pt x="0" y="98890"/>
                </a:cubicBezTo>
                <a:cubicBezTo>
                  <a:pt x="0" y="92812"/>
                  <a:pt x="4910" y="87902"/>
                  <a:pt x="10988" y="87902"/>
                </a:cubicBezTo>
                <a:lnTo>
                  <a:pt x="44912" y="87902"/>
                </a:lnTo>
                <a:cubicBezTo>
                  <a:pt x="45771" y="84331"/>
                  <a:pt x="47144" y="80966"/>
                  <a:pt x="48964" y="77910"/>
                </a:cubicBezTo>
                <a:lnTo>
                  <a:pt x="15383" y="52741"/>
                </a:lnTo>
                <a:cubicBezTo>
                  <a:pt x="10541" y="49101"/>
                  <a:pt x="9546" y="42200"/>
                  <a:pt x="13185" y="37358"/>
                </a:cubicBezTo>
                <a:cubicBezTo>
                  <a:pt x="16825" y="32517"/>
                  <a:pt x="23727" y="31521"/>
                  <a:pt x="28568" y="35161"/>
                </a:cubicBezTo>
                <a:lnTo>
                  <a:pt x="65926" y="63180"/>
                </a:lnTo>
                <a:cubicBezTo>
                  <a:pt x="70150" y="61428"/>
                  <a:pt x="74785" y="60433"/>
                  <a:pt x="79661" y="60433"/>
                </a:cubicBezTo>
                <a:lnTo>
                  <a:pt x="118118" y="60433"/>
                </a:lnTo>
                <a:cubicBezTo>
                  <a:pt x="122994" y="60433"/>
                  <a:pt x="127630" y="61394"/>
                  <a:pt x="131853" y="63180"/>
                </a:cubicBezTo>
                <a:lnTo>
                  <a:pt x="169211" y="35161"/>
                </a:lnTo>
                <a:cubicBezTo>
                  <a:pt x="174053" y="31521"/>
                  <a:pt x="180954" y="32517"/>
                  <a:pt x="184594" y="37358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4903899" y="3964378"/>
            <a:ext cx="95813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Bugs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80882" y="4443443"/>
            <a:ext cx="3428176" cy="606523"/>
          </a:xfrm>
          <a:custGeom>
            <a:avLst/>
            <a:gdLst/>
            <a:ahLst/>
            <a:cxnLst/>
            <a:rect l="l" t="t" r="r" b="b"/>
            <a:pathLst>
              <a:path w="3428176" h="606523">
                <a:moveTo>
                  <a:pt x="70320" y="0"/>
                </a:moveTo>
                <a:lnTo>
                  <a:pt x="3357856" y="0"/>
                </a:lnTo>
                <a:cubicBezTo>
                  <a:pt x="3396692" y="0"/>
                  <a:pt x="3428176" y="31483"/>
                  <a:pt x="3428176" y="70320"/>
                </a:cubicBezTo>
                <a:lnTo>
                  <a:pt x="3428176" y="536203"/>
                </a:lnTo>
                <a:cubicBezTo>
                  <a:pt x="3428176" y="575040"/>
                  <a:pt x="3396692" y="606523"/>
                  <a:pt x="3357856" y="606523"/>
                </a:cubicBezTo>
                <a:lnTo>
                  <a:pt x="70320" y="606523"/>
                </a:lnTo>
                <a:cubicBezTo>
                  <a:pt x="31509" y="606523"/>
                  <a:pt x="0" y="575014"/>
                  <a:pt x="0" y="536203"/>
                </a:cubicBezTo>
                <a:lnTo>
                  <a:pt x="0" y="70320"/>
                </a:lnTo>
                <a:cubicBezTo>
                  <a:pt x="0" y="31483"/>
                  <a:pt x="31483" y="0"/>
                  <a:pt x="70320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17130" y="4588482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44088" y="-7252"/>
                </a:moveTo>
                <a:cubicBezTo>
                  <a:pt x="46643" y="-9395"/>
                  <a:pt x="50406" y="-9312"/>
                  <a:pt x="52851" y="-7005"/>
                </a:cubicBezTo>
                <a:cubicBezTo>
                  <a:pt x="56230" y="-3818"/>
                  <a:pt x="59251" y="-302"/>
                  <a:pt x="62163" y="3269"/>
                </a:cubicBezTo>
                <a:cubicBezTo>
                  <a:pt x="65872" y="7801"/>
                  <a:pt x="70322" y="13790"/>
                  <a:pt x="74607" y="20904"/>
                </a:cubicBezTo>
                <a:cubicBezTo>
                  <a:pt x="76035" y="19036"/>
                  <a:pt x="77354" y="17388"/>
                  <a:pt x="78507" y="15987"/>
                </a:cubicBezTo>
                <a:cubicBezTo>
                  <a:pt x="78810" y="15630"/>
                  <a:pt x="79112" y="15245"/>
                  <a:pt x="79414" y="14861"/>
                </a:cubicBezTo>
                <a:cubicBezTo>
                  <a:pt x="81584" y="12169"/>
                  <a:pt x="84276" y="8790"/>
                  <a:pt x="87874" y="8790"/>
                </a:cubicBezTo>
                <a:cubicBezTo>
                  <a:pt x="91555" y="8790"/>
                  <a:pt x="94137" y="12059"/>
                  <a:pt x="96335" y="14861"/>
                </a:cubicBezTo>
                <a:cubicBezTo>
                  <a:pt x="96692" y="15328"/>
                  <a:pt x="97049" y="15767"/>
                  <a:pt x="97406" y="16179"/>
                </a:cubicBezTo>
                <a:cubicBezTo>
                  <a:pt x="100236" y="19586"/>
                  <a:pt x="103999" y="24503"/>
                  <a:pt x="107762" y="30573"/>
                </a:cubicBezTo>
                <a:cubicBezTo>
                  <a:pt x="115234" y="42632"/>
                  <a:pt x="123035" y="59801"/>
                  <a:pt x="123035" y="79084"/>
                </a:cubicBezTo>
                <a:cubicBezTo>
                  <a:pt x="123035" y="113064"/>
                  <a:pt x="95483" y="140616"/>
                  <a:pt x="61504" y="140616"/>
                </a:cubicBezTo>
                <a:cubicBezTo>
                  <a:pt x="27524" y="140616"/>
                  <a:pt x="0" y="113091"/>
                  <a:pt x="0" y="79112"/>
                </a:cubicBezTo>
                <a:cubicBezTo>
                  <a:pt x="0" y="54087"/>
                  <a:pt x="11290" y="32414"/>
                  <a:pt x="22113" y="17306"/>
                </a:cubicBezTo>
                <a:cubicBezTo>
                  <a:pt x="27579" y="9697"/>
                  <a:pt x="33018" y="3598"/>
                  <a:pt x="37111" y="-577"/>
                </a:cubicBezTo>
                <a:cubicBezTo>
                  <a:pt x="39364" y="-2884"/>
                  <a:pt x="41644" y="-5164"/>
                  <a:pt x="44116" y="-7224"/>
                </a:cubicBezTo>
                <a:close/>
                <a:moveTo>
                  <a:pt x="61998" y="114273"/>
                </a:moveTo>
                <a:cubicBezTo>
                  <a:pt x="68948" y="114273"/>
                  <a:pt x="75101" y="112350"/>
                  <a:pt x="80897" y="108504"/>
                </a:cubicBezTo>
                <a:cubicBezTo>
                  <a:pt x="92462" y="100428"/>
                  <a:pt x="95566" y="84276"/>
                  <a:pt x="88616" y="71585"/>
                </a:cubicBezTo>
                <a:cubicBezTo>
                  <a:pt x="87380" y="69113"/>
                  <a:pt x="84221" y="68948"/>
                  <a:pt x="82436" y="71036"/>
                </a:cubicBezTo>
                <a:lnTo>
                  <a:pt x="75513" y="79084"/>
                </a:lnTo>
                <a:cubicBezTo>
                  <a:pt x="73700" y="81172"/>
                  <a:pt x="70431" y="81117"/>
                  <a:pt x="68728" y="78947"/>
                </a:cubicBezTo>
                <a:cubicBezTo>
                  <a:pt x="63976" y="72876"/>
                  <a:pt x="55241" y="61806"/>
                  <a:pt x="50791" y="56147"/>
                </a:cubicBezTo>
                <a:cubicBezTo>
                  <a:pt x="49307" y="54252"/>
                  <a:pt x="46616" y="53950"/>
                  <a:pt x="44885" y="55625"/>
                </a:cubicBezTo>
                <a:cubicBezTo>
                  <a:pt x="39858" y="60515"/>
                  <a:pt x="30738" y="71228"/>
                  <a:pt x="30738" y="84276"/>
                </a:cubicBezTo>
                <a:cubicBezTo>
                  <a:pt x="30738" y="103120"/>
                  <a:pt x="44638" y="114273"/>
                  <a:pt x="61971" y="114273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4736885" y="4553321"/>
            <a:ext cx="176682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PAY-284: Gateway timeout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736885" y="4764286"/>
            <a:ext cx="1758039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Engineering • Due: Apr 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80882" y="5129079"/>
            <a:ext cx="3428176" cy="606523"/>
          </a:xfrm>
          <a:custGeom>
            <a:avLst/>
            <a:gdLst/>
            <a:ahLst/>
            <a:cxnLst/>
            <a:rect l="l" t="t" r="r" b="b"/>
            <a:pathLst>
              <a:path w="3428176" h="606523">
                <a:moveTo>
                  <a:pt x="70320" y="0"/>
                </a:moveTo>
                <a:lnTo>
                  <a:pt x="3357856" y="0"/>
                </a:lnTo>
                <a:cubicBezTo>
                  <a:pt x="3396692" y="0"/>
                  <a:pt x="3428176" y="31483"/>
                  <a:pt x="3428176" y="70320"/>
                </a:cubicBezTo>
                <a:lnTo>
                  <a:pt x="3428176" y="536203"/>
                </a:lnTo>
                <a:cubicBezTo>
                  <a:pt x="3428176" y="575040"/>
                  <a:pt x="3396692" y="606523"/>
                  <a:pt x="3357856" y="606523"/>
                </a:cubicBezTo>
                <a:lnTo>
                  <a:pt x="70320" y="606523"/>
                </a:lnTo>
                <a:cubicBezTo>
                  <a:pt x="31509" y="606523"/>
                  <a:pt x="0" y="575014"/>
                  <a:pt x="0" y="536203"/>
                </a:cubicBezTo>
                <a:lnTo>
                  <a:pt x="0" y="70320"/>
                </a:lnTo>
                <a:cubicBezTo>
                  <a:pt x="0" y="31483"/>
                  <a:pt x="31483" y="0"/>
                  <a:pt x="70320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08340" y="5274117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70322" y="0"/>
                </a:moveTo>
                <a:cubicBezTo>
                  <a:pt x="74360" y="0"/>
                  <a:pt x="78068" y="2225"/>
                  <a:pt x="79991" y="5769"/>
                </a:cubicBezTo>
                <a:lnTo>
                  <a:pt x="139325" y="115646"/>
                </a:lnTo>
                <a:cubicBezTo>
                  <a:pt x="141165" y="119052"/>
                  <a:pt x="141083" y="123173"/>
                  <a:pt x="139105" y="126496"/>
                </a:cubicBezTo>
                <a:cubicBezTo>
                  <a:pt x="137127" y="129820"/>
                  <a:pt x="133529" y="131853"/>
                  <a:pt x="129655" y="131853"/>
                </a:cubicBezTo>
                <a:lnTo>
                  <a:pt x="10988" y="131853"/>
                </a:lnTo>
                <a:cubicBezTo>
                  <a:pt x="7115" y="131853"/>
                  <a:pt x="3544" y="129820"/>
                  <a:pt x="1538" y="126496"/>
                </a:cubicBezTo>
                <a:cubicBezTo>
                  <a:pt x="-467" y="123173"/>
                  <a:pt x="-522" y="119052"/>
                  <a:pt x="1319" y="115646"/>
                </a:cubicBezTo>
                <a:lnTo>
                  <a:pt x="60652" y="5769"/>
                </a:lnTo>
                <a:cubicBezTo>
                  <a:pt x="62575" y="2225"/>
                  <a:pt x="66284" y="0"/>
                  <a:pt x="70322" y="0"/>
                </a:cubicBezTo>
                <a:close/>
                <a:moveTo>
                  <a:pt x="70322" y="46149"/>
                </a:moveTo>
                <a:cubicBezTo>
                  <a:pt x="66668" y="46149"/>
                  <a:pt x="63729" y="49088"/>
                  <a:pt x="63729" y="52741"/>
                </a:cubicBezTo>
                <a:lnTo>
                  <a:pt x="63729" y="83507"/>
                </a:lnTo>
                <a:cubicBezTo>
                  <a:pt x="63729" y="87160"/>
                  <a:pt x="66668" y="90099"/>
                  <a:pt x="70322" y="90099"/>
                </a:cubicBezTo>
                <a:cubicBezTo>
                  <a:pt x="73975" y="90099"/>
                  <a:pt x="76914" y="87160"/>
                  <a:pt x="76914" y="83507"/>
                </a:cubicBezTo>
                <a:lnTo>
                  <a:pt x="76914" y="52741"/>
                </a:lnTo>
                <a:cubicBezTo>
                  <a:pt x="76914" y="49088"/>
                  <a:pt x="73975" y="46149"/>
                  <a:pt x="70322" y="46149"/>
                </a:cubicBezTo>
                <a:close/>
                <a:moveTo>
                  <a:pt x="77656" y="105482"/>
                </a:moveTo>
                <a:cubicBezTo>
                  <a:pt x="77823" y="102760"/>
                  <a:pt x="76465" y="100170"/>
                  <a:pt x="74131" y="98758"/>
                </a:cubicBezTo>
                <a:cubicBezTo>
                  <a:pt x="71797" y="97346"/>
                  <a:pt x="68873" y="97346"/>
                  <a:pt x="66539" y="98758"/>
                </a:cubicBezTo>
                <a:cubicBezTo>
                  <a:pt x="64206" y="100170"/>
                  <a:pt x="62848" y="102760"/>
                  <a:pt x="63015" y="105482"/>
                </a:cubicBezTo>
                <a:cubicBezTo>
                  <a:pt x="62848" y="108205"/>
                  <a:pt x="64206" y="110795"/>
                  <a:pt x="66539" y="112207"/>
                </a:cubicBezTo>
                <a:cubicBezTo>
                  <a:pt x="68873" y="113618"/>
                  <a:pt x="71797" y="113618"/>
                  <a:pt x="74131" y="112207"/>
                </a:cubicBezTo>
                <a:cubicBezTo>
                  <a:pt x="76465" y="110795"/>
                  <a:pt x="77823" y="108205"/>
                  <a:pt x="77656" y="105482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55" name="Text 53"/>
          <p:cNvSpPr/>
          <p:nvPr/>
        </p:nvSpPr>
        <p:spPr>
          <a:xfrm>
            <a:off x="4736885" y="5238956"/>
            <a:ext cx="153828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USR-156: Profile upload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736885" y="5449921"/>
            <a:ext cx="1529494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Owner: Sarah • Due: Apr 3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06963" y="1445987"/>
            <a:ext cx="3727043" cy="2733751"/>
          </a:xfrm>
          <a:custGeom>
            <a:avLst/>
            <a:gdLst/>
            <a:ahLst/>
            <a:cxnLst/>
            <a:rect l="l" t="t" r="r" b="b"/>
            <a:pathLst>
              <a:path w="3727043" h="2733751">
                <a:moveTo>
                  <a:pt x="105495" y="0"/>
                </a:moveTo>
                <a:lnTo>
                  <a:pt x="3621547" y="0"/>
                </a:lnTo>
                <a:cubicBezTo>
                  <a:pt x="3679811" y="0"/>
                  <a:pt x="3727043" y="47232"/>
                  <a:pt x="3727043" y="105495"/>
                </a:cubicBezTo>
                <a:lnTo>
                  <a:pt x="3727043" y="2628255"/>
                </a:lnTo>
                <a:cubicBezTo>
                  <a:pt x="3727043" y="2686519"/>
                  <a:pt x="3679811" y="2733751"/>
                  <a:pt x="3621547" y="2733751"/>
                </a:cubicBezTo>
                <a:lnTo>
                  <a:pt x="105495" y="2733751"/>
                </a:lnTo>
                <a:cubicBezTo>
                  <a:pt x="47232" y="2733751"/>
                  <a:pt x="0" y="2686519"/>
                  <a:pt x="0" y="2628255"/>
                </a:cubicBezTo>
                <a:lnTo>
                  <a:pt x="0" y="105495"/>
                </a:lnTo>
                <a:cubicBezTo>
                  <a:pt x="0" y="47232"/>
                  <a:pt x="47232" y="0"/>
                  <a:pt x="105495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52001" y="1591025"/>
            <a:ext cx="351607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Meetings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56396" y="1947028"/>
            <a:ext cx="3428176" cy="641684"/>
          </a:xfrm>
          <a:custGeom>
            <a:avLst/>
            <a:gdLst/>
            <a:ahLst/>
            <a:cxnLst/>
            <a:rect l="l" t="t" r="r" b="b"/>
            <a:pathLst>
              <a:path w="3428176" h="641684">
                <a:moveTo>
                  <a:pt x="70322" y="0"/>
                </a:moveTo>
                <a:lnTo>
                  <a:pt x="3357854" y="0"/>
                </a:lnTo>
                <a:cubicBezTo>
                  <a:pt x="3396692" y="0"/>
                  <a:pt x="3428176" y="31484"/>
                  <a:pt x="3428176" y="70322"/>
                </a:cubicBezTo>
                <a:lnTo>
                  <a:pt x="3428176" y="571362"/>
                </a:lnTo>
                <a:cubicBezTo>
                  <a:pt x="3428176" y="610200"/>
                  <a:pt x="3396692" y="641684"/>
                  <a:pt x="3357854" y="641684"/>
                </a:cubicBezTo>
                <a:lnTo>
                  <a:pt x="70322" y="641684"/>
                </a:lnTo>
                <a:cubicBezTo>
                  <a:pt x="31484" y="641684"/>
                  <a:pt x="0" y="610200"/>
                  <a:pt x="0" y="571362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66274" y="2056906"/>
            <a:ext cx="101087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Planning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304465" y="2074486"/>
            <a:ext cx="33402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66274" y="2303031"/>
            <a:ext cx="326995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10:00 AM • Define Sprint 8 scope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56396" y="2667824"/>
            <a:ext cx="3428176" cy="641684"/>
          </a:xfrm>
          <a:custGeom>
            <a:avLst/>
            <a:gdLst/>
            <a:ahLst/>
            <a:cxnLst/>
            <a:rect l="l" t="t" r="r" b="b"/>
            <a:pathLst>
              <a:path w="3428176" h="641684">
                <a:moveTo>
                  <a:pt x="70322" y="0"/>
                </a:moveTo>
                <a:lnTo>
                  <a:pt x="3357854" y="0"/>
                </a:lnTo>
                <a:cubicBezTo>
                  <a:pt x="3396692" y="0"/>
                  <a:pt x="3428176" y="31484"/>
                  <a:pt x="3428176" y="70322"/>
                </a:cubicBezTo>
                <a:lnTo>
                  <a:pt x="3428176" y="571362"/>
                </a:lnTo>
                <a:cubicBezTo>
                  <a:pt x="3428176" y="610200"/>
                  <a:pt x="3396692" y="641684"/>
                  <a:pt x="3357854" y="641684"/>
                </a:cubicBezTo>
                <a:lnTo>
                  <a:pt x="70322" y="641684"/>
                </a:lnTo>
                <a:cubicBezTo>
                  <a:pt x="31484" y="641684"/>
                  <a:pt x="0" y="610200"/>
                  <a:pt x="0" y="571362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66274" y="2777702"/>
            <a:ext cx="98450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Review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281047" y="2795282"/>
            <a:ext cx="351608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66274" y="3023827"/>
            <a:ext cx="326995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2:00 PM • User center approval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56396" y="3388620"/>
            <a:ext cx="3428176" cy="641684"/>
          </a:xfrm>
          <a:custGeom>
            <a:avLst/>
            <a:gdLst/>
            <a:ahLst/>
            <a:cxnLst/>
            <a:rect l="l" t="t" r="r" b="b"/>
            <a:pathLst>
              <a:path w="3428176" h="641684">
                <a:moveTo>
                  <a:pt x="70322" y="0"/>
                </a:moveTo>
                <a:lnTo>
                  <a:pt x="3357854" y="0"/>
                </a:lnTo>
                <a:cubicBezTo>
                  <a:pt x="3396692" y="0"/>
                  <a:pt x="3428176" y="31484"/>
                  <a:pt x="3428176" y="70322"/>
                </a:cubicBezTo>
                <a:lnTo>
                  <a:pt x="3428176" y="571362"/>
                </a:lnTo>
                <a:cubicBezTo>
                  <a:pt x="3428176" y="610200"/>
                  <a:pt x="3396692" y="641684"/>
                  <a:pt x="3357854" y="641684"/>
                </a:cubicBezTo>
                <a:lnTo>
                  <a:pt x="70322" y="641684"/>
                </a:lnTo>
                <a:cubicBezTo>
                  <a:pt x="31484" y="641684"/>
                  <a:pt x="0" y="610200"/>
                  <a:pt x="0" y="571362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66274" y="3498497"/>
            <a:ext cx="119546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Sync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282146" y="3516078"/>
            <a:ext cx="351608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2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66274" y="3744623"/>
            <a:ext cx="326995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10:00 AM • Data team alignment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106963" y="4329171"/>
            <a:ext cx="3727043" cy="1942633"/>
          </a:xfrm>
          <a:custGeom>
            <a:avLst/>
            <a:gdLst/>
            <a:ahLst/>
            <a:cxnLst/>
            <a:rect l="l" t="t" r="r" b="b"/>
            <a:pathLst>
              <a:path w="3727043" h="1942633">
                <a:moveTo>
                  <a:pt x="105485" y="0"/>
                </a:moveTo>
                <a:lnTo>
                  <a:pt x="3621558" y="0"/>
                </a:lnTo>
                <a:cubicBezTo>
                  <a:pt x="3679815" y="0"/>
                  <a:pt x="3727043" y="47227"/>
                  <a:pt x="3727043" y="105485"/>
                </a:cubicBezTo>
                <a:lnTo>
                  <a:pt x="3727043" y="1837148"/>
                </a:lnTo>
                <a:cubicBezTo>
                  <a:pt x="3727043" y="1895406"/>
                  <a:pt x="3679815" y="1942633"/>
                  <a:pt x="3621558" y="1942633"/>
                </a:cubicBezTo>
                <a:lnTo>
                  <a:pt x="105485" y="1942633"/>
                </a:lnTo>
                <a:cubicBezTo>
                  <a:pt x="47227" y="1942633"/>
                  <a:pt x="0" y="1895406"/>
                  <a:pt x="0" y="1837148"/>
                </a:cubicBezTo>
                <a:lnTo>
                  <a:pt x="0" y="105485"/>
                </a:lnTo>
                <a:cubicBezTo>
                  <a:pt x="0" y="47227"/>
                  <a:pt x="47227" y="0"/>
                  <a:pt x="105485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52001" y="4474209"/>
            <a:ext cx="351607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252001" y="4825817"/>
            <a:ext cx="3436966" cy="386769"/>
          </a:xfrm>
          <a:custGeom>
            <a:avLst/>
            <a:gdLst/>
            <a:ahLst/>
            <a:cxnLst/>
            <a:rect l="l" t="t" r="r" b="b"/>
            <a:pathLst>
              <a:path w="3436966" h="386769">
                <a:moveTo>
                  <a:pt x="70322" y="0"/>
                </a:moveTo>
                <a:lnTo>
                  <a:pt x="3366644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316446"/>
                </a:lnTo>
                <a:cubicBezTo>
                  <a:pt x="3436966" y="355284"/>
                  <a:pt x="3405482" y="386769"/>
                  <a:pt x="3366644" y="386769"/>
                </a:cubicBezTo>
                <a:lnTo>
                  <a:pt x="70322" y="386769"/>
                </a:lnTo>
                <a:cubicBezTo>
                  <a:pt x="31510" y="386769"/>
                  <a:pt x="0" y="355258"/>
                  <a:pt x="0" y="316446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8322323" y="4913719"/>
            <a:ext cx="121304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to Complete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509730" y="4896138"/>
            <a:ext cx="19338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52001" y="5282907"/>
            <a:ext cx="3436966" cy="386769"/>
          </a:xfrm>
          <a:custGeom>
            <a:avLst/>
            <a:gdLst/>
            <a:ahLst/>
            <a:cxnLst/>
            <a:rect l="l" t="t" r="r" b="b"/>
            <a:pathLst>
              <a:path w="3436966" h="386769">
                <a:moveTo>
                  <a:pt x="70322" y="0"/>
                </a:moveTo>
                <a:lnTo>
                  <a:pt x="3366644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316446"/>
                </a:lnTo>
                <a:cubicBezTo>
                  <a:pt x="3436966" y="355284"/>
                  <a:pt x="3405482" y="386769"/>
                  <a:pt x="3366644" y="386769"/>
                </a:cubicBezTo>
                <a:lnTo>
                  <a:pt x="70322" y="386769"/>
                </a:lnTo>
                <a:cubicBezTo>
                  <a:pt x="31510" y="386769"/>
                  <a:pt x="0" y="355258"/>
                  <a:pt x="0" y="316446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322323" y="5370809"/>
            <a:ext cx="114272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Decisions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513919" y="5353229"/>
            <a:ext cx="19338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52001" y="5739997"/>
            <a:ext cx="3436966" cy="386769"/>
          </a:xfrm>
          <a:custGeom>
            <a:avLst/>
            <a:gdLst/>
            <a:ahLst/>
            <a:cxnLst/>
            <a:rect l="l" t="t" r="r" b="b"/>
            <a:pathLst>
              <a:path w="3436966" h="386769">
                <a:moveTo>
                  <a:pt x="70322" y="0"/>
                </a:moveTo>
                <a:lnTo>
                  <a:pt x="3366644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316446"/>
                </a:lnTo>
                <a:cubicBezTo>
                  <a:pt x="3436966" y="355284"/>
                  <a:pt x="3405482" y="386769"/>
                  <a:pt x="3366644" y="386769"/>
                </a:cubicBezTo>
                <a:lnTo>
                  <a:pt x="70322" y="386769"/>
                </a:lnTo>
                <a:cubicBezTo>
                  <a:pt x="31510" y="386769"/>
                  <a:pt x="0" y="355258"/>
                  <a:pt x="0" y="316446"/>
                </a:cubicBezTo>
                <a:lnTo>
                  <a:pt x="0" y="70322"/>
                </a:lnTo>
                <a:cubicBezTo>
                  <a:pt x="0" y="31484"/>
                  <a:pt x="31484" y="0"/>
                  <a:pt x="703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8322323" y="5827899"/>
            <a:ext cx="95813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P0 Bugs to Fix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547363" y="5810319"/>
            <a:ext cx="15822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106963" y="6421237"/>
            <a:ext cx="3727043" cy="430720"/>
          </a:xfrm>
          <a:custGeom>
            <a:avLst/>
            <a:gdLst/>
            <a:ahLst/>
            <a:cxnLst/>
            <a:rect l="l" t="t" r="r" b="b"/>
            <a:pathLst>
              <a:path w="3727043" h="430720">
                <a:moveTo>
                  <a:pt x="105483" y="0"/>
                </a:moveTo>
                <a:lnTo>
                  <a:pt x="3621559" y="0"/>
                </a:lnTo>
                <a:cubicBezTo>
                  <a:pt x="3679816" y="0"/>
                  <a:pt x="3727043" y="47226"/>
                  <a:pt x="3727043" y="105483"/>
                </a:cubicBezTo>
                <a:lnTo>
                  <a:pt x="3727043" y="325236"/>
                </a:lnTo>
                <a:cubicBezTo>
                  <a:pt x="3727043" y="383493"/>
                  <a:pt x="3679816" y="430720"/>
                  <a:pt x="3621559" y="430720"/>
                </a:cubicBezTo>
                <a:lnTo>
                  <a:pt x="105483" y="430720"/>
                </a:lnTo>
                <a:cubicBezTo>
                  <a:pt x="47265" y="430720"/>
                  <a:pt x="0" y="383454"/>
                  <a:pt x="0" y="325236"/>
                </a:cubicBezTo>
                <a:lnTo>
                  <a:pt x="0" y="105483"/>
                </a:lnTo>
                <a:cubicBezTo>
                  <a:pt x="0" y="47265"/>
                  <a:pt x="47265" y="0"/>
                  <a:pt x="105483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16840" y="6531115"/>
            <a:ext cx="90539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Theme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0558878" y="6531115"/>
            <a:ext cx="12306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Finalization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01" y="321901"/>
            <a:ext cx="11612578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spc="51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EXECUTION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901" y="579422"/>
            <a:ext cx="11693053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8 Action Items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901" y="965703"/>
            <a:ext cx="11620626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24 - April 4,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925" y="1323818"/>
            <a:ext cx="5697648" cy="3404103"/>
          </a:xfrm>
          <a:custGeom>
            <a:avLst/>
            <a:gdLst/>
            <a:ahLst/>
            <a:cxnLst/>
            <a:rect l="l" t="t" r="r" b="b"/>
            <a:pathLst>
              <a:path w="5697648" h="3404103">
                <a:moveTo>
                  <a:pt x="96574" y="0"/>
                </a:moveTo>
                <a:lnTo>
                  <a:pt x="5601073" y="0"/>
                </a:lnTo>
                <a:cubicBezTo>
                  <a:pt x="5654410" y="0"/>
                  <a:pt x="5697648" y="43238"/>
                  <a:pt x="5697648" y="96574"/>
                </a:cubicBezTo>
                <a:lnTo>
                  <a:pt x="5697648" y="3307529"/>
                </a:lnTo>
                <a:cubicBezTo>
                  <a:pt x="5697648" y="3360865"/>
                  <a:pt x="5654410" y="3404103"/>
                  <a:pt x="5601073" y="3404103"/>
                </a:cubicBezTo>
                <a:lnTo>
                  <a:pt x="96574" y="3404103"/>
                </a:lnTo>
                <a:cubicBezTo>
                  <a:pt x="43238" y="3404103"/>
                  <a:pt x="0" y="3360865"/>
                  <a:pt x="0" y="3307529"/>
                </a:cubicBezTo>
                <a:lnTo>
                  <a:pt x="0" y="96574"/>
                </a:lnTo>
                <a:cubicBezTo>
                  <a:pt x="0" y="43274"/>
                  <a:pt x="43274" y="0"/>
                  <a:pt x="9657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8709" y="1456602"/>
            <a:ext cx="5512554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Tasks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2733" y="1814717"/>
            <a:ext cx="5424032" cy="877180"/>
          </a:xfrm>
          <a:custGeom>
            <a:avLst/>
            <a:gdLst/>
            <a:ahLst/>
            <a:cxnLst/>
            <a:rect l="l" t="t" r="r" b="b"/>
            <a:pathLst>
              <a:path w="5424032" h="877180">
                <a:moveTo>
                  <a:pt x="64376" y="0"/>
                </a:moveTo>
                <a:lnTo>
                  <a:pt x="5359655" y="0"/>
                </a:lnTo>
                <a:cubicBezTo>
                  <a:pt x="5395209" y="0"/>
                  <a:pt x="5424032" y="28822"/>
                  <a:pt x="5424032" y="64376"/>
                </a:cubicBezTo>
                <a:lnTo>
                  <a:pt x="5424032" y="812804"/>
                </a:lnTo>
                <a:cubicBezTo>
                  <a:pt x="5424032" y="848358"/>
                  <a:pt x="5395209" y="877180"/>
                  <a:pt x="5359655" y="877180"/>
                </a:cubicBezTo>
                <a:lnTo>
                  <a:pt x="64376" y="877180"/>
                </a:lnTo>
                <a:cubicBezTo>
                  <a:pt x="28822" y="877180"/>
                  <a:pt x="0" y="848358"/>
                  <a:pt x="0" y="812804"/>
                </a:cubicBezTo>
                <a:lnTo>
                  <a:pt x="0" y="64376"/>
                </a:lnTo>
                <a:cubicBezTo>
                  <a:pt x="0" y="28846"/>
                  <a:pt x="28846" y="0"/>
                  <a:pt x="64376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3327" y="1915311"/>
            <a:ext cx="1995786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Dashboard Components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09257" y="1915311"/>
            <a:ext cx="378234" cy="193141"/>
          </a:xfrm>
          <a:custGeom>
            <a:avLst/>
            <a:gdLst/>
            <a:ahLst/>
            <a:cxnLst/>
            <a:rect l="l" t="t" r="r" b="b"/>
            <a:pathLst>
              <a:path w="378234" h="193141">
                <a:moveTo>
                  <a:pt x="32191" y="0"/>
                </a:moveTo>
                <a:lnTo>
                  <a:pt x="346043" y="0"/>
                </a:lnTo>
                <a:cubicBezTo>
                  <a:pt x="363809" y="0"/>
                  <a:pt x="378234" y="14424"/>
                  <a:pt x="378234" y="32191"/>
                </a:cubicBezTo>
                <a:lnTo>
                  <a:pt x="378234" y="160950"/>
                </a:lnTo>
                <a:cubicBezTo>
                  <a:pt x="378234" y="178728"/>
                  <a:pt x="363821" y="193141"/>
                  <a:pt x="346043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09257" y="1915311"/>
            <a:ext cx="426519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 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3327" y="2172832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reusable chart components, data visualization library integration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3327" y="2398162"/>
            <a:ext cx="370186" cy="193141"/>
          </a:xfrm>
          <a:custGeom>
            <a:avLst/>
            <a:gdLst/>
            <a:ahLst/>
            <a:cxnLst/>
            <a:rect l="l" t="t" r="r" b="b"/>
            <a:pathLst>
              <a:path w="370186" h="193141">
                <a:moveTo>
                  <a:pt x="32191" y="0"/>
                </a:moveTo>
                <a:lnTo>
                  <a:pt x="337995" y="0"/>
                </a:lnTo>
                <a:cubicBezTo>
                  <a:pt x="355762" y="0"/>
                  <a:pt x="370186" y="14424"/>
                  <a:pt x="370186" y="32191"/>
                </a:cubicBezTo>
                <a:lnTo>
                  <a:pt x="370186" y="160950"/>
                </a:lnTo>
                <a:cubicBezTo>
                  <a:pt x="370186" y="178728"/>
                  <a:pt x="355774" y="193141"/>
                  <a:pt x="337995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3327" y="2398162"/>
            <a:ext cx="418471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Sarah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0722" y="2430352"/>
            <a:ext cx="490899" cy="12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2733" y="2764325"/>
            <a:ext cx="5424032" cy="877180"/>
          </a:xfrm>
          <a:custGeom>
            <a:avLst/>
            <a:gdLst/>
            <a:ahLst/>
            <a:cxnLst/>
            <a:rect l="l" t="t" r="r" b="b"/>
            <a:pathLst>
              <a:path w="5424032" h="877180">
                <a:moveTo>
                  <a:pt x="64376" y="0"/>
                </a:moveTo>
                <a:lnTo>
                  <a:pt x="5359655" y="0"/>
                </a:lnTo>
                <a:cubicBezTo>
                  <a:pt x="5395209" y="0"/>
                  <a:pt x="5424032" y="28822"/>
                  <a:pt x="5424032" y="64376"/>
                </a:cubicBezTo>
                <a:lnTo>
                  <a:pt x="5424032" y="812804"/>
                </a:lnTo>
                <a:cubicBezTo>
                  <a:pt x="5424032" y="848358"/>
                  <a:pt x="5395209" y="877180"/>
                  <a:pt x="5359655" y="877180"/>
                </a:cubicBezTo>
                <a:lnTo>
                  <a:pt x="64376" y="877180"/>
                </a:lnTo>
                <a:cubicBezTo>
                  <a:pt x="28822" y="877180"/>
                  <a:pt x="0" y="848358"/>
                  <a:pt x="0" y="812804"/>
                </a:cubicBezTo>
                <a:lnTo>
                  <a:pt x="0" y="64376"/>
                </a:lnTo>
                <a:cubicBezTo>
                  <a:pt x="0" y="28846"/>
                  <a:pt x="28846" y="0"/>
                  <a:pt x="64376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327" y="2864919"/>
            <a:ext cx="1617552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Flow Optimization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04604" y="2864919"/>
            <a:ext cx="386281" cy="193141"/>
          </a:xfrm>
          <a:custGeom>
            <a:avLst/>
            <a:gdLst/>
            <a:ahLst/>
            <a:cxnLst/>
            <a:rect l="l" t="t" r="r" b="b"/>
            <a:pathLst>
              <a:path w="386281" h="193141">
                <a:moveTo>
                  <a:pt x="32191" y="0"/>
                </a:moveTo>
                <a:lnTo>
                  <a:pt x="354090" y="0"/>
                </a:lnTo>
                <a:cubicBezTo>
                  <a:pt x="371857" y="0"/>
                  <a:pt x="386281" y="14424"/>
                  <a:pt x="386281" y="32191"/>
                </a:cubicBezTo>
                <a:lnTo>
                  <a:pt x="386281" y="160950"/>
                </a:lnTo>
                <a:cubicBezTo>
                  <a:pt x="386281" y="178728"/>
                  <a:pt x="371869" y="193141"/>
                  <a:pt x="354090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04604" y="2864919"/>
            <a:ext cx="434566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pts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3327" y="3122440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Streamline checkout, reduce form fields, implement progress indicator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327" y="3347770"/>
            <a:ext cx="337996" cy="193141"/>
          </a:xfrm>
          <a:custGeom>
            <a:avLst/>
            <a:gdLst/>
            <a:ahLst/>
            <a:cxnLst/>
            <a:rect l="l" t="t" r="r" b="b"/>
            <a:pathLst>
              <a:path w="337996" h="193141">
                <a:moveTo>
                  <a:pt x="32191" y="0"/>
                </a:moveTo>
                <a:lnTo>
                  <a:pt x="305805" y="0"/>
                </a:lnTo>
                <a:cubicBezTo>
                  <a:pt x="323572" y="0"/>
                  <a:pt x="337996" y="14424"/>
                  <a:pt x="337996" y="32191"/>
                </a:cubicBezTo>
                <a:lnTo>
                  <a:pt x="337996" y="160950"/>
                </a:lnTo>
                <a:cubicBezTo>
                  <a:pt x="337996" y="178728"/>
                  <a:pt x="323584" y="193141"/>
                  <a:pt x="305805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3327" y="3347770"/>
            <a:ext cx="386281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Mike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6080" y="3379960"/>
            <a:ext cx="490899" cy="12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2733" y="3713933"/>
            <a:ext cx="5424032" cy="877180"/>
          </a:xfrm>
          <a:custGeom>
            <a:avLst/>
            <a:gdLst/>
            <a:ahLst/>
            <a:cxnLst/>
            <a:rect l="l" t="t" r="r" b="b"/>
            <a:pathLst>
              <a:path w="5424032" h="877180">
                <a:moveTo>
                  <a:pt x="64376" y="0"/>
                </a:moveTo>
                <a:lnTo>
                  <a:pt x="5359655" y="0"/>
                </a:lnTo>
                <a:cubicBezTo>
                  <a:pt x="5395209" y="0"/>
                  <a:pt x="5424032" y="28822"/>
                  <a:pt x="5424032" y="64376"/>
                </a:cubicBezTo>
                <a:lnTo>
                  <a:pt x="5424032" y="812804"/>
                </a:lnTo>
                <a:cubicBezTo>
                  <a:pt x="5424032" y="848358"/>
                  <a:pt x="5395209" y="877180"/>
                  <a:pt x="5359655" y="877180"/>
                </a:cubicBezTo>
                <a:lnTo>
                  <a:pt x="64376" y="877180"/>
                </a:lnTo>
                <a:cubicBezTo>
                  <a:pt x="28822" y="877180"/>
                  <a:pt x="0" y="848358"/>
                  <a:pt x="0" y="812804"/>
                </a:cubicBezTo>
                <a:lnTo>
                  <a:pt x="0" y="64376"/>
                </a:lnTo>
                <a:cubicBezTo>
                  <a:pt x="0" y="28846"/>
                  <a:pt x="28846" y="0"/>
                  <a:pt x="64376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327" y="3814527"/>
            <a:ext cx="1625600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Design System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9180" y="3814527"/>
            <a:ext cx="337996" cy="193141"/>
          </a:xfrm>
          <a:custGeom>
            <a:avLst/>
            <a:gdLst/>
            <a:ahLst/>
            <a:cxnLst/>
            <a:rect l="l" t="t" r="r" b="b"/>
            <a:pathLst>
              <a:path w="337996" h="193141">
                <a:moveTo>
                  <a:pt x="32191" y="0"/>
                </a:moveTo>
                <a:lnTo>
                  <a:pt x="305805" y="0"/>
                </a:lnTo>
                <a:cubicBezTo>
                  <a:pt x="323572" y="0"/>
                  <a:pt x="337996" y="14424"/>
                  <a:pt x="337996" y="32191"/>
                </a:cubicBezTo>
                <a:lnTo>
                  <a:pt x="337996" y="160950"/>
                </a:lnTo>
                <a:cubicBezTo>
                  <a:pt x="337996" y="178728"/>
                  <a:pt x="323584" y="193141"/>
                  <a:pt x="305805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49180" y="3814527"/>
            <a:ext cx="386281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pts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3327" y="4072048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component library, create new UI patterns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3327" y="4297378"/>
            <a:ext cx="402376" cy="193141"/>
          </a:xfrm>
          <a:custGeom>
            <a:avLst/>
            <a:gdLst/>
            <a:ahLst/>
            <a:cxnLst/>
            <a:rect l="l" t="t" r="r" b="b"/>
            <a:pathLst>
              <a:path w="402376" h="193141">
                <a:moveTo>
                  <a:pt x="32191" y="0"/>
                </a:moveTo>
                <a:lnTo>
                  <a:pt x="370185" y="0"/>
                </a:lnTo>
                <a:cubicBezTo>
                  <a:pt x="387952" y="0"/>
                  <a:pt x="402376" y="14424"/>
                  <a:pt x="402376" y="32191"/>
                </a:cubicBezTo>
                <a:lnTo>
                  <a:pt x="402376" y="160950"/>
                </a:lnTo>
                <a:cubicBezTo>
                  <a:pt x="402376" y="178728"/>
                  <a:pt x="387964" y="193141"/>
                  <a:pt x="370185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63327" y="4297378"/>
            <a:ext cx="450661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Emma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7254" y="4329568"/>
            <a:ext cx="490899" cy="12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5925" y="4864729"/>
            <a:ext cx="5697648" cy="1746313"/>
          </a:xfrm>
          <a:custGeom>
            <a:avLst/>
            <a:gdLst/>
            <a:ahLst/>
            <a:cxnLst/>
            <a:rect l="l" t="t" r="r" b="b"/>
            <a:pathLst>
              <a:path w="5697648" h="1746313">
                <a:moveTo>
                  <a:pt x="96571" y="0"/>
                </a:moveTo>
                <a:lnTo>
                  <a:pt x="5601076" y="0"/>
                </a:lnTo>
                <a:cubicBezTo>
                  <a:pt x="5654411" y="0"/>
                  <a:pt x="5697648" y="43236"/>
                  <a:pt x="5697648" y="96571"/>
                </a:cubicBezTo>
                <a:lnTo>
                  <a:pt x="5697648" y="1649742"/>
                </a:lnTo>
                <a:cubicBezTo>
                  <a:pt x="5697648" y="1703077"/>
                  <a:pt x="5654411" y="1746313"/>
                  <a:pt x="5601076" y="1746313"/>
                </a:cubicBezTo>
                <a:lnTo>
                  <a:pt x="96571" y="1746313"/>
                </a:lnTo>
                <a:cubicBezTo>
                  <a:pt x="43236" y="1746313"/>
                  <a:pt x="0" y="1703077"/>
                  <a:pt x="0" y="1649742"/>
                </a:cubicBezTo>
                <a:lnTo>
                  <a:pt x="0" y="96571"/>
                </a:lnTo>
                <a:cubicBezTo>
                  <a:pt x="0" y="43272"/>
                  <a:pt x="43272" y="0"/>
                  <a:pt x="96571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709" y="4997513"/>
            <a:ext cx="5504507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&amp; Testing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8709" y="5319414"/>
            <a:ext cx="5432079" cy="547232"/>
          </a:xfrm>
          <a:custGeom>
            <a:avLst/>
            <a:gdLst/>
            <a:ahLst/>
            <a:cxnLst/>
            <a:rect l="l" t="t" r="r" b="b"/>
            <a:pathLst>
              <a:path w="5432079" h="547232">
                <a:moveTo>
                  <a:pt x="64382" y="0"/>
                </a:moveTo>
                <a:lnTo>
                  <a:pt x="5367697" y="0"/>
                </a:lnTo>
                <a:cubicBezTo>
                  <a:pt x="5403254" y="0"/>
                  <a:pt x="5432079" y="28825"/>
                  <a:pt x="5432079" y="64382"/>
                </a:cubicBezTo>
                <a:lnTo>
                  <a:pt x="5432079" y="482850"/>
                </a:lnTo>
                <a:cubicBezTo>
                  <a:pt x="5432079" y="518407"/>
                  <a:pt x="5403254" y="547232"/>
                  <a:pt x="5367697" y="547232"/>
                </a:cubicBezTo>
                <a:lnTo>
                  <a:pt x="64382" y="547232"/>
                </a:lnTo>
                <a:cubicBezTo>
                  <a:pt x="28825" y="547232"/>
                  <a:pt x="0" y="518407"/>
                  <a:pt x="0" y="482850"/>
                </a:cubicBezTo>
                <a:lnTo>
                  <a:pt x="0" y="64382"/>
                </a:lnTo>
                <a:cubicBezTo>
                  <a:pt x="0" y="28849"/>
                  <a:pt x="28849" y="0"/>
                  <a:pt x="643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55279" y="5415984"/>
            <a:ext cx="131979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Flow Testing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38939" y="5432079"/>
            <a:ext cx="611612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5279" y="5609125"/>
            <a:ext cx="5295271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testing, cross-browser validation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709" y="5931026"/>
            <a:ext cx="5432079" cy="547232"/>
          </a:xfrm>
          <a:custGeom>
            <a:avLst/>
            <a:gdLst/>
            <a:ahLst/>
            <a:cxnLst/>
            <a:rect l="l" t="t" r="r" b="b"/>
            <a:pathLst>
              <a:path w="5432079" h="547232">
                <a:moveTo>
                  <a:pt x="64382" y="0"/>
                </a:moveTo>
                <a:lnTo>
                  <a:pt x="5367697" y="0"/>
                </a:lnTo>
                <a:cubicBezTo>
                  <a:pt x="5403254" y="0"/>
                  <a:pt x="5432079" y="28825"/>
                  <a:pt x="5432079" y="64382"/>
                </a:cubicBezTo>
                <a:lnTo>
                  <a:pt x="5432079" y="482850"/>
                </a:lnTo>
                <a:cubicBezTo>
                  <a:pt x="5432079" y="518407"/>
                  <a:pt x="5403254" y="547232"/>
                  <a:pt x="5367697" y="547232"/>
                </a:cubicBezTo>
                <a:lnTo>
                  <a:pt x="64382" y="547232"/>
                </a:lnTo>
                <a:cubicBezTo>
                  <a:pt x="28825" y="547232"/>
                  <a:pt x="0" y="518407"/>
                  <a:pt x="0" y="482850"/>
                </a:cubicBezTo>
                <a:lnTo>
                  <a:pt x="0" y="64382"/>
                </a:lnTo>
                <a:cubicBezTo>
                  <a:pt x="0" y="28849"/>
                  <a:pt x="28849" y="0"/>
                  <a:pt x="643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55279" y="6027596"/>
            <a:ext cx="1577315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Integration Tests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87629" y="6043691"/>
            <a:ext cx="46675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5279" y="6220737"/>
            <a:ext cx="5295271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contract testing, mock data validation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3021" y="1323818"/>
            <a:ext cx="5697648" cy="3404103"/>
          </a:xfrm>
          <a:custGeom>
            <a:avLst/>
            <a:gdLst/>
            <a:ahLst/>
            <a:cxnLst/>
            <a:rect l="l" t="t" r="r" b="b"/>
            <a:pathLst>
              <a:path w="5697648" h="3404103">
                <a:moveTo>
                  <a:pt x="96574" y="0"/>
                </a:moveTo>
                <a:lnTo>
                  <a:pt x="5601073" y="0"/>
                </a:lnTo>
                <a:cubicBezTo>
                  <a:pt x="5654410" y="0"/>
                  <a:pt x="5697648" y="43238"/>
                  <a:pt x="5697648" y="96574"/>
                </a:cubicBezTo>
                <a:lnTo>
                  <a:pt x="5697648" y="3307529"/>
                </a:lnTo>
                <a:cubicBezTo>
                  <a:pt x="5697648" y="3360865"/>
                  <a:pt x="5654410" y="3404103"/>
                  <a:pt x="5601073" y="3404103"/>
                </a:cubicBezTo>
                <a:lnTo>
                  <a:pt x="96574" y="3404103"/>
                </a:lnTo>
                <a:cubicBezTo>
                  <a:pt x="43238" y="3404103"/>
                  <a:pt x="0" y="3360865"/>
                  <a:pt x="0" y="3307529"/>
                </a:cubicBezTo>
                <a:lnTo>
                  <a:pt x="0" y="96574"/>
                </a:lnTo>
                <a:cubicBezTo>
                  <a:pt x="0" y="43274"/>
                  <a:pt x="43274" y="0"/>
                  <a:pt x="96574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5805" y="1456602"/>
            <a:ext cx="5512554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Fixes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99829" y="1814717"/>
            <a:ext cx="5424032" cy="877180"/>
          </a:xfrm>
          <a:custGeom>
            <a:avLst/>
            <a:gdLst/>
            <a:ahLst/>
            <a:cxnLst/>
            <a:rect l="l" t="t" r="r" b="b"/>
            <a:pathLst>
              <a:path w="5424032" h="877180">
                <a:moveTo>
                  <a:pt x="64376" y="0"/>
                </a:moveTo>
                <a:lnTo>
                  <a:pt x="5359655" y="0"/>
                </a:lnTo>
                <a:cubicBezTo>
                  <a:pt x="5395209" y="0"/>
                  <a:pt x="5424032" y="28822"/>
                  <a:pt x="5424032" y="64376"/>
                </a:cubicBezTo>
                <a:lnTo>
                  <a:pt x="5424032" y="812804"/>
                </a:lnTo>
                <a:cubicBezTo>
                  <a:pt x="5424032" y="848358"/>
                  <a:pt x="5395209" y="877180"/>
                  <a:pt x="5359655" y="877180"/>
                </a:cubicBezTo>
                <a:lnTo>
                  <a:pt x="64376" y="877180"/>
                </a:lnTo>
                <a:cubicBezTo>
                  <a:pt x="28822" y="877180"/>
                  <a:pt x="0" y="848358"/>
                  <a:pt x="0" y="812804"/>
                </a:cubicBezTo>
                <a:lnTo>
                  <a:pt x="0" y="64376"/>
                </a:lnTo>
                <a:cubicBezTo>
                  <a:pt x="0" y="28846"/>
                  <a:pt x="28846" y="0"/>
                  <a:pt x="64376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423" y="1915311"/>
            <a:ext cx="1641695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PAY-284: Gateway Timeout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376685" y="1915311"/>
            <a:ext cx="249473" cy="193141"/>
          </a:xfrm>
          <a:custGeom>
            <a:avLst/>
            <a:gdLst/>
            <a:ahLst/>
            <a:cxnLst/>
            <a:rect l="l" t="t" r="r" b="b"/>
            <a:pathLst>
              <a:path w="249473" h="193141">
                <a:moveTo>
                  <a:pt x="32191" y="0"/>
                </a:moveTo>
                <a:lnTo>
                  <a:pt x="217283" y="0"/>
                </a:lnTo>
                <a:cubicBezTo>
                  <a:pt x="235049" y="0"/>
                  <a:pt x="249473" y="14424"/>
                  <a:pt x="249473" y="32191"/>
                </a:cubicBezTo>
                <a:lnTo>
                  <a:pt x="249473" y="160950"/>
                </a:lnTo>
                <a:cubicBezTo>
                  <a:pt x="249473" y="178728"/>
                  <a:pt x="235061" y="193141"/>
                  <a:pt x="217283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1376685" y="1915311"/>
            <a:ext cx="297758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00423" y="2172832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retry logic, fallback provider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423" y="2398162"/>
            <a:ext cx="313853" cy="193141"/>
          </a:xfrm>
          <a:custGeom>
            <a:avLst/>
            <a:gdLst/>
            <a:ahLst/>
            <a:cxnLst/>
            <a:rect l="l" t="t" r="r" b="b"/>
            <a:pathLst>
              <a:path w="313853" h="193141">
                <a:moveTo>
                  <a:pt x="32191" y="0"/>
                </a:moveTo>
                <a:lnTo>
                  <a:pt x="281663" y="0"/>
                </a:lnTo>
                <a:cubicBezTo>
                  <a:pt x="299429" y="0"/>
                  <a:pt x="313853" y="14424"/>
                  <a:pt x="313853" y="32191"/>
                </a:cubicBezTo>
                <a:lnTo>
                  <a:pt x="313853" y="160950"/>
                </a:lnTo>
                <a:cubicBezTo>
                  <a:pt x="313853" y="178728"/>
                  <a:pt x="299441" y="193141"/>
                  <a:pt x="281663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00423" y="2398162"/>
            <a:ext cx="362139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Alex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80354" y="2430352"/>
            <a:ext cx="474804" cy="12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1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99829" y="2764325"/>
            <a:ext cx="5424032" cy="877180"/>
          </a:xfrm>
          <a:custGeom>
            <a:avLst/>
            <a:gdLst/>
            <a:ahLst/>
            <a:cxnLst/>
            <a:rect l="l" t="t" r="r" b="b"/>
            <a:pathLst>
              <a:path w="5424032" h="877180">
                <a:moveTo>
                  <a:pt x="64376" y="0"/>
                </a:moveTo>
                <a:lnTo>
                  <a:pt x="5359655" y="0"/>
                </a:lnTo>
                <a:cubicBezTo>
                  <a:pt x="5395209" y="0"/>
                  <a:pt x="5424032" y="28822"/>
                  <a:pt x="5424032" y="64376"/>
                </a:cubicBezTo>
                <a:lnTo>
                  <a:pt x="5424032" y="812804"/>
                </a:lnTo>
                <a:cubicBezTo>
                  <a:pt x="5424032" y="848358"/>
                  <a:pt x="5395209" y="877180"/>
                  <a:pt x="5359655" y="877180"/>
                </a:cubicBezTo>
                <a:lnTo>
                  <a:pt x="64376" y="877180"/>
                </a:lnTo>
                <a:cubicBezTo>
                  <a:pt x="28822" y="877180"/>
                  <a:pt x="0" y="848358"/>
                  <a:pt x="0" y="812804"/>
                </a:cubicBezTo>
                <a:lnTo>
                  <a:pt x="0" y="64376"/>
                </a:lnTo>
                <a:cubicBezTo>
                  <a:pt x="0" y="28846"/>
                  <a:pt x="28846" y="0"/>
                  <a:pt x="64376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423" y="2864919"/>
            <a:ext cx="1424412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USR-156: Profile Upload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399633" y="2864919"/>
            <a:ext cx="225331" cy="193141"/>
          </a:xfrm>
          <a:custGeom>
            <a:avLst/>
            <a:gdLst/>
            <a:ahLst/>
            <a:cxnLst/>
            <a:rect l="l" t="t" r="r" b="b"/>
            <a:pathLst>
              <a:path w="225331" h="193141">
                <a:moveTo>
                  <a:pt x="32191" y="0"/>
                </a:moveTo>
                <a:lnTo>
                  <a:pt x="193140" y="0"/>
                </a:lnTo>
                <a:cubicBezTo>
                  <a:pt x="210907" y="0"/>
                  <a:pt x="225331" y="14424"/>
                  <a:pt x="225331" y="32191"/>
                </a:cubicBezTo>
                <a:lnTo>
                  <a:pt x="225331" y="160950"/>
                </a:lnTo>
                <a:cubicBezTo>
                  <a:pt x="225331" y="178728"/>
                  <a:pt x="210918" y="193141"/>
                  <a:pt x="193140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1399633" y="2864919"/>
            <a:ext cx="273616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00423" y="3122440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 image processing, add validation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00423" y="3347770"/>
            <a:ext cx="370186" cy="193141"/>
          </a:xfrm>
          <a:custGeom>
            <a:avLst/>
            <a:gdLst/>
            <a:ahLst/>
            <a:cxnLst/>
            <a:rect l="l" t="t" r="r" b="b"/>
            <a:pathLst>
              <a:path w="370186" h="193141">
                <a:moveTo>
                  <a:pt x="32191" y="0"/>
                </a:moveTo>
                <a:lnTo>
                  <a:pt x="337995" y="0"/>
                </a:lnTo>
                <a:cubicBezTo>
                  <a:pt x="355762" y="0"/>
                  <a:pt x="370186" y="14424"/>
                  <a:pt x="370186" y="32191"/>
                </a:cubicBezTo>
                <a:lnTo>
                  <a:pt x="370186" y="160950"/>
                </a:lnTo>
                <a:cubicBezTo>
                  <a:pt x="370186" y="178728"/>
                  <a:pt x="355774" y="193141"/>
                  <a:pt x="337995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00423" y="3347770"/>
            <a:ext cx="418471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Sarah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37818" y="3379960"/>
            <a:ext cx="490899" cy="12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3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99829" y="3713933"/>
            <a:ext cx="5424032" cy="877180"/>
          </a:xfrm>
          <a:custGeom>
            <a:avLst/>
            <a:gdLst/>
            <a:ahLst/>
            <a:cxnLst/>
            <a:rect l="l" t="t" r="r" b="b"/>
            <a:pathLst>
              <a:path w="5424032" h="877180">
                <a:moveTo>
                  <a:pt x="64376" y="0"/>
                </a:moveTo>
                <a:lnTo>
                  <a:pt x="5359655" y="0"/>
                </a:lnTo>
                <a:cubicBezTo>
                  <a:pt x="5395209" y="0"/>
                  <a:pt x="5424032" y="28822"/>
                  <a:pt x="5424032" y="64376"/>
                </a:cubicBezTo>
                <a:lnTo>
                  <a:pt x="5424032" y="812804"/>
                </a:lnTo>
                <a:cubicBezTo>
                  <a:pt x="5424032" y="848358"/>
                  <a:pt x="5395209" y="877180"/>
                  <a:pt x="5359655" y="877180"/>
                </a:cubicBezTo>
                <a:lnTo>
                  <a:pt x="64376" y="877180"/>
                </a:lnTo>
                <a:cubicBezTo>
                  <a:pt x="28822" y="877180"/>
                  <a:pt x="0" y="848358"/>
                  <a:pt x="0" y="812804"/>
                </a:cubicBezTo>
                <a:lnTo>
                  <a:pt x="0" y="64376"/>
                </a:lnTo>
                <a:cubicBezTo>
                  <a:pt x="0" y="28846"/>
                  <a:pt x="28846" y="0"/>
                  <a:pt x="64376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423" y="3814527"/>
            <a:ext cx="1545125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DASH-89: Export Timeout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399633" y="3814527"/>
            <a:ext cx="225331" cy="193141"/>
          </a:xfrm>
          <a:custGeom>
            <a:avLst/>
            <a:gdLst/>
            <a:ahLst/>
            <a:cxnLst/>
            <a:rect l="l" t="t" r="r" b="b"/>
            <a:pathLst>
              <a:path w="225331" h="193141">
                <a:moveTo>
                  <a:pt x="32191" y="0"/>
                </a:moveTo>
                <a:lnTo>
                  <a:pt x="193140" y="0"/>
                </a:lnTo>
                <a:cubicBezTo>
                  <a:pt x="210907" y="0"/>
                  <a:pt x="225331" y="14424"/>
                  <a:pt x="225331" y="32191"/>
                </a:cubicBezTo>
                <a:lnTo>
                  <a:pt x="225331" y="160950"/>
                </a:lnTo>
                <a:cubicBezTo>
                  <a:pt x="225331" y="178728"/>
                  <a:pt x="210918" y="193141"/>
                  <a:pt x="193140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1399633" y="3814527"/>
            <a:ext cx="273616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00423" y="4072048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query performance, add pagination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00423" y="4297378"/>
            <a:ext cx="426519" cy="193141"/>
          </a:xfrm>
          <a:custGeom>
            <a:avLst/>
            <a:gdLst/>
            <a:ahLst/>
            <a:cxnLst/>
            <a:rect l="l" t="t" r="r" b="b"/>
            <a:pathLst>
              <a:path w="426519" h="193141">
                <a:moveTo>
                  <a:pt x="32191" y="0"/>
                </a:moveTo>
                <a:lnTo>
                  <a:pt x="394328" y="0"/>
                </a:lnTo>
                <a:cubicBezTo>
                  <a:pt x="412095" y="0"/>
                  <a:pt x="426519" y="14424"/>
                  <a:pt x="426519" y="32191"/>
                </a:cubicBezTo>
                <a:lnTo>
                  <a:pt x="426519" y="160950"/>
                </a:lnTo>
                <a:cubicBezTo>
                  <a:pt x="426519" y="178728"/>
                  <a:pt x="412107" y="193141"/>
                  <a:pt x="394328" y="193141"/>
                </a:cubicBezTo>
                <a:lnTo>
                  <a:pt x="32191" y="193141"/>
                </a:lnTo>
                <a:cubicBezTo>
                  <a:pt x="14412" y="193141"/>
                  <a:pt x="0" y="178728"/>
                  <a:pt x="0" y="160950"/>
                </a:cubicBezTo>
                <a:lnTo>
                  <a:pt x="0" y="32191"/>
                </a:lnTo>
                <a:cubicBezTo>
                  <a:pt x="0" y="14424"/>
                  <a:pt x="14424" y="0"/>
                  <a:pt x="32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400423" y="4297378"/>
            <a:ext cx="474804" cy="193141"/>
          </a:xfrm>
          <a:prstGeom prst="rect">
            <a:avLst/>
          </a:prstGeom>
          <a:noFill/>
          <a:ln/>
        </p:spPr>
        <p:txBody>
          <a:bodyPr wrap="square" lIns="64380" tIns="32190" rIns="64380" bIns="3219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Jordan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88996" y="4329568"/>
            <a:ext cx="490899" cy="12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E8E9E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Due: Apr 4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63021" y="4864729"/>
            <a:ext cx="5697648" cy="1424412"/>
          </a:xfrm>
          <a:custGeom>
            <a:avLst/>
            <a:gdLst/>
            <a:ahLst/>
            <a:cxnLst/>
            <a:rect l="l" t="t" r="r" b="b"/>
            <a:pathLst>
              <a:path w="5697648" h="1424412">
                <a:moveTo>
                  <a:pt x="96575" y="0"/>
                </a:moveTo>
                <a:lnTo>
                  <a:pt x="5601072" y="0"/>
                </a:lnTo>
                <a:cubicBezTo>
                  <a:pt x="5654409" y="0"/>
                  <a:pt x="5697648" y="43238"/>
                  <a:pt x="5697648" y="96575"/>
                </a:cubicBezTo>
                <a:lnTo>
                  <a:pt x="5697648" y="1327837"/>
                </a:lnTo>
                <a:cubicBezTo>
                  <a:pt x="5697648" y="1381174"/>
                  <a:pt x="5654409" y="1424412"/>
                  <a:pt x="5601072" y="1424412"/>
                </a:cubicBezTo>
                <a:lnTo>
                  <a:pt x="96575" y="1424412"/>
                </a:lnTo>
                <a:cubicBezTo>
                  <a:pt x="43238" y="1424412"/>
                  <a:pt x="0" y="1381174"/>
                  <a:pt x="0" y="1327837"/>
                </a:cubicBezTo>
                <a:lnTo>
                  <a:pt x="0" y="96575"/>
                </a:lnTo>
                <a:cubicBezTo>
                  <a:pt x="0" y="43274"/>
                  <a:pt x="43274" y="0"/>
                  <a:pt x="96575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95805" y="4997513"/>
            <a:ext cx="5504507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Acceptance Criteria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11900" y="5351604"/>
            <a:ext cx="128760" cy="128760"/>
          </a:xfrm>
          <a:custGeom>
            <a:avLst/>
            <a:gdLst/>
            <a:ahLst/>
            <a:cxnLst/>
            <a:rect l="l" t="t" r="r" b="b"/>
            <a:pathLst>
              <a:path w="128760" h="128760">
                <a:moveTo>
                  <a:pt x="64380" y="128760"/>
                </a:moveTo>
                <a:cubicBezTo>
                  <a:pt x="99913" y="128760"/>
                  <a:pt x="128760" y="99913"/>
                  <a:pt x="128760" y="64380"/>
                </a:cubicBezTo>
                <a:cubicBezTo>
                  <a:pt x="128760" y="28848"/>
                  <a:pt x="99913" y="0"/>
                  <a:pt x="64380" y="0"/>
                </a:cubicBezTo>
                <a:cubicBezTo>
                  <a:pt x="28848" y="0"/>
                  <a:pt x="0" y="28848"/>
                  <a:pt x="0" y="64380"/>
                </a:cubicBezTo>
                <a:cubicBezTo>
                  <a:pt x="0" y="99913"/>
                  <a:pt x="28848" y="128760"/>
                  <a:pt x="64380" y="128760"/>
                </a:cubicBezTo>
                <a:close/>
                <a:moveTo>
                  <a:pt x="85606" y="53491"/>
                </a:moveTo>
                <a:lnTo>
                  <a:pt x="65487" y="85681"/>
                </a:lnTo>
                <a:cubicBezTo>
                  <a:pt x="64430" y="87366"/>
                  <a:pt x="62620" y="88422"/>
                  <a:pt x="60633" y="88523"/>
                </a:cubicBezTo>
                <a:cubicBezTo>
                  <a:pt x="58646" y="88623"/>
                  <a:pt x="56735" y="87718"/>
                  <a:pt x="55553" y="86109"/>
                </a:cubicBezTo>
                <a:lnTo>
                  <a:pt x="43482" y="70013"/>
                </a:lnTo>
                <a:cubicBezTo>
                  <a:pt x="41470" y="67348"/>
                  <a:pt x="42023" y="63575"/>
                  <a:pt x="44689" y="61564"/>
                </a:cubicBezTo>
                <a:cubicBezTo>
                  <a:pt x="47355" y="59552"/>
                  <a:pt x="51127" y="60105"/>
                  <a:pt x="53139" y="62771"/>
                </a:cubicBezTo>
                <a:lnTo>
                  <a:pt x="59929" y="71824"/>
                </a:lnTo>
                <a:lnTo>
                  <a:pt x="75370" y="47103"/>
                </a:lnTo>
                <a:cubicBezTo>
                  <a:pt x="77130" y="44287"/>
                  <a:pt x="80852" y="43406"/>
                  <a:pt x="83694" y="45192"/>
                </a:cubicBezTo>
                <a:cubicBezTo>
                  <a:pt x="86536" y="46977"/>
                  <a:pt x="87391" y="50674"/>
                  <a:pt x="85606" y="5351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0" name="Text 68"/>
          <p:cNvSpPr/>
          <p:nvPr/>
        </p:nvSpPr>
        <p:spPr>
          <a:xfrm>
            <a:off x="6521136" y="5319414"/>
            <a:ext cx="135198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stories pass QA testing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11900" y="5576935"/>
            <a:ext cx="128760" cy="128760"/>
          </a:xfrm>
          <a:custGeom>
            <a:avLst/>
            <a:gdLst/>
            <a:ahLst/>
            <a:cxnLst/>
            <a:rect l="l" t="t" r="r" b="b"/>
            <a:pathLst>
              <a:path w="128760" h="128760">
                <a:moveTo>
                  <a:pt x="64380" y="128760"/>
                </a:moveTo>
                <a:cubicBezTo>
                  <a:pt x="99913" y="128760"/>
                  <a:pt x="128760" y="99913"/>
                  <a:pt x="128760" y="64380"/>
                </a:cubicBezTo>
                <a:cubicBezTo>
                  <a:pt x="128760" y="28848"/>
                  <a:pt x="99913" y="0"/>
                  <a:pt x="64380" y="0"/>
                </a:cubicBezTo>
                <a:cubicBezTo>
                  <a:pt x="28848" y="0"/>
                  <a:pt x="0" y="28848"/>
                  <a:pt x="0" y="64380"/>
                </a:cubicBezTo>
                <a:cubicBezTo>
                  <a:pt x="0" y="99913"/>
                  <a:pt x="28848" y="128760"/>
                  <a:pt x="64380" y="128760"/>
                </a:cubicBezTo>
                <a:close/>
                <a:moveTo>
                  <a:pt x="85606" y="53491"/>
                </a:moveTo>
                <a:lnTo>
                  <a:pt x="65487" y="85681"/>
                </a:lnTo>
                <a:cubicBezTo>
                  <a:pt x="64430" y="87366"/>
                  <a:pt x="62620" y="88422"/>
                  <a:pt x="60633" y="88523"/>
                </a:cubicBezTo>
                <a:cubicBezTo>
                  <a:pt x="58646" y="88623"/>
                  <a:pt x="56735" y="87718"/>
                  <a:pt x="55553" y="86109"/>
                </a:cubicBezTo>
                <a:lnTo>
                  <a:pt x="43482" y="70013"/>
                </a:lnTo>
                <a:cubicBezTo>
                  <a:pt x="41470" y="67348"/>
                  <a:pt x="42023" y="63575"/>
                  <a:pt x="44689" y="61564"/>
                </a:cubicBezTo>
                <a:cubicBezTo>
                  <a:pt x="47355" y="59552"/>
                  <a:pt x="51127" y="60105"/>
                  <a:pt x="53139" y="62771"/>
                </a:cubicBezTo>
                <a:lnTo>
                  <a:pt x="59929" y="71824"/>
                </a:lnTo>
                <a:lnTo>
                  <a:pt x="75370" y="47103"/>
                </a:lnTo>
                <a:cubicBezTo>
                  <a:pt x="77130" y="44287"/>
                  <a:pt x="80852" y="43406"/>
                  <a:pt x="83694" y="45192"/>
                </a:cubicBezTo>
                <a:cubicBezTo>
                  <a:pt x="86536" y="46977"/>
                  <a:pt x="87391" y="50674"/>
                  <a:pt x="85606" y="5351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2" name="Text 70"/>
          <p:cNvSpPr/>
          <p:nvPr/>
        </p:nvSpPr>
        <p:spPr>
          <a:xfrm>
            <a:off x="6521136" y="5544745"/>
            <a:ext cx="1915311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review approved by 2 engineers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11900" y="5802265"/>
            <a:ext cx="128760" cy="128760"/>
          </a:xfrm>
          <a:custGeom>
            <a:avLst/>
            <a:gdLst/>
            <a:ahLst/>
            <a:cxnLst/>
            <a:rect l="l" t="t" r="r" b="b"/>
            <a:pathLst>
              <a:path w="128760" h="128760">
                <a:moveTo>
                  <a:pt x="64380" y="128760"/>
                </a:moveTo>
                <a:cubicBezTo>
                  <a:pt x="99913" y="128760"/>
                  <a:pt x="128760" y="99913"/>
                  <a:pt x="128760" y="64380"/>
                </a:cubicBezTo>
                <a:cubicBezTo>
                  <a:pt x="128760" y="28848"/>
                  <a:pt x="99913" y="0"/>
                  <a:pt x="64380" y="0"/>
                </a:cubicBezTo>
                <a:cubicBezTo>
                  <a:pt x="28848" y="0"/>
                  <a:pt x="0" y="28848"/>
                  <a:pt x="0" y="64380"/>
                </a:cubicBezTo>
                <a:cubicBezTo>
                  <a:pt x="0" y="99913"/>
                  <a:pt x="28848" y="128760"/>
                  <a:pt x="64380" y="128760"/>
                </a:cubicBezTo>
                <a:close/>
                <a:moveTo>
                  <a:pt x="85606" y="53491"/>
                </a:moveTo>
                <a:lnTo>
                  <a:pt x="65487" y="85681"/>
                </a:lnTo>
                <a:cubicBezTo>
                  <a:pt x="64430" y="87366"/>
                  <a:pt x="62620" y="88422"/>
                  <a:pt x="60633" y="88523"/>
                </a:cubicBezTo>
                <a:cubicBezTo>
                  <a:pt x="58646" y="88623"/>
                  <a:pt x="56735" y="87718"/>
                  <a:pt x="55553" y="86109"/>
                </a:cubicBezTo>
                <a:lnTo>
                  <a:pt x="43482" y="70013"/>
                </a:lnTo>
                <a:cubicBezTo>
                  <a:pt x="41470" y="67348"/>
                  <a:pt x="42023" y="63575"/>
                  <a:pt x="44689" y="61564"/>
                </a:cubicBezTo>
                <a:cubicBezTo>
                  <a:pt x="47355" y="59552"/>
                  <a:pt x="51127" y="60105"/>
                  <a:pt x="53139" y="62771"/>
                </a:cubicBezTo>
                <a:lnTo>
                  <a:pt x="59929" y="71824"/>
                </a:lnTo>
                <a:lnTo>
                  <a:pt x="75370" y="47103"/>
                </a:lnTo>
                <a:cubicBezTo>
                  <a:pt x="77130" y="44287"/>
                  <a:pt x="80852" y="43406"/>
                  <a:pt x="83694" y="45192"/>
                </a:cubicBezTo>
                <a:cubicBezTo>
                  <a:pt x="86536" y="46977"/>
                  <a:pt x="87391" y="50674"/>
                  <a:pt x="85606" y="5351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4" name="Text 72"/>
          <p:cNvSpPr/>
          <p:nvPr/>
        </p:nvSpPr>
        <p:spPr>
          <a:xfrm>
            <a:off x="6521136" y="5770075"/>
            <a:ext cx="125541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updated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11900" y="6027596"/>
            <a:ext cx="128760" cy="128760"/>
          </a:xfrm>
          <a:custGeom>
            <a:avLst/>
            <a:gdLst/>
            <a:ahLst/>
            <a:cxnLst/>
            <a:rect l="l" t="t" r="r" b="b"/>
            <a:pathLst>
              <a:path w="128760" h="128760">
                <a:moveTo>
                  <a:pt x="64380" y="128760"/>
                </a:moveTo>
                <a:cubicBezTo>
                  <a:pt x="99913" y="128760"/>
                  <a:pt x="128760" y="99913"/>
                  <a:pt x="128760" y="64380"/>
                </a:cubicBezTo>
                <a:cubicBezTo>
                  <a:pt x="128760" y="28848"/>
                  <a:pt x="99913" y="0"/>
                  <a:pt x="64380" y="0"/>
                </a:cubicBezTo>
                <a:cubicBezTo>
                  <a:pt x="28848" y="0"/>
                  <a:pt x="0" y="28848"/>
                  <a:pt x="0" y="64380"/>
                </a:cubicBezTo>
                <a:cubicBezTo>
                  <a:pt x="0" y="99913"/>
                  <a:pt x="28848" y="128760"/>
                  <a:pt x="64380" y="128760"/>
                </a:cubicBezTo>
                <a:close/>
                <a:moveTo>
                  <a:pt x="85606" y="53491"/>
                </a:moveTo>
                <a:lnTo>
                  <a:pt x="65487" y="85681"/>
                </a:lnTo>
                <a:cubicBezTo>
                  <a:pt x="64430" y="87366"/>
                  <a:pt x="62620" y="88422"/>
                  <a:pt x="60633" y="88523"/>
                </a:cubicBezTo>
                <a:cubicBezTo>
                  <a:pt x="58646" y="88623"/>
                  <a:pt x="56735" y="87718"/>
                  <a:pt x="55553" y="86109"/>
                </a:cubicBezTo>
                <a:lnTo>
                  <a:pt x="43482" y="70013"/>
                </a:lnTo>
                <a:cubicBezTo>
                  <a:pt x="41470" y="67348"/>
                  <a:pt x="42023" y="63575"/>
                  <a:pt x="44689" y="61564"/>
                </a:cubicBezTo>
                <a:cubicBezTo>
                  <a:pt x="47355" y="59552"/>
                  <a:pt x="51127" y="60105"/>
                  <a:pt x="53139" y="62771"/>
                </a:cubicBezTo>
                <a:lnTo>
                  <a:pt x="59929" y="71824"/>
                </a:lnTo>
                <a:lnTo>
                  <a:pt x="75370" y="47103"/>
                </a:lnTo>
                <a:cubicBezTo>
                  <a:pt x="77130" y="44287"/>
                  <a:pt x="80852" y="43406"/>
                  <a:pt x="83694" y="45192"/>
                </a:cubicBezTo>
                <a:cubicBezTo>
                  <a:pt x="86536" y="46977"/>
                  <a:pt x="87391" y="50674"/>
                  <a:pt x="85606" y="53516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76" name="Text 74"/>
          <p:cNvSpPr/>
          <p:nvPr/>
        </p:nvSpPr>
        <p:spPr>
          <a:xfrm>
            <a:off x="6521136" y="5995406"/>
            <a:ext cx="1464650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P0/P1 bugs in production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63021" y="6425949"/>
            <a:ext cx="5697648" cy="426519"/>
          </a:xfrm>
          <a:custGeom>
            <a:avLst/>
            <a:gdLst/>
            <a:ahLst/>
            <a:cxnLst/>
            <a:rect l="l" t="t" r="r" b="b"/>
            <a:pathLst>
              <a:path w="5697648" h="426519">
                <a:moveTo>
                  <a:pt x="96572" y="0"/>
                </a:moveTo>
                <a:lnTo>
                  <a:pt x="5601075" y="0"/>
                </a:lnTo>
                <a:cubicBezTo>
                  <a:pt x="5654411" y="0"/>
                  <a:pt x="5697648" y="43237"/>
                  <a:pt x="5697648" y="96572"/>
                </a:cubicBezTo>
                <a:lnTo>
                  <a:pt x="5697648" y="329946"/>
                </a:lnTo>
                <a:cubicBezTo>
                  <a:pt x="5697648" y="383282"/>
                  <a:pt x="5654411" y="426519"/>
                  <a:pt x="5601075" y="426519"/>
                </a:cubicBezTo>
                <a:lnTo>
                  <a:pt x="96572" y="426519"/>
                </a:lnTo>
                <a:cubicBezTo>
                  <a:pt x="43237" y="426519"/>
                  <a:pt x="0" y="383282"/>
                  <a:pt x="0" y="329946"/>
                </a:cubicBezTo>
                <a:lnTo>
                  <a:pt x="0" y="96572"/>
                </a:lnTo>
                <a:cubicBezTo>
                  <a:pt x="0" y="43273"/>
                  <a:pt x="43273" y="0"/>
                  <a:pt x="96572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63615" y="6542638"/>
            <a:ext cx="692087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Goal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740805" y="6526543"/>
            <a:ext cx="1094463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 pts delivered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91" y="349091"/>
            <a:ext cx="11563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spc="55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MEETING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628364"/>
            <a:ext cx="11650909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455" y="1121455"/>
            <a:ext cx="5672727" cy="2033455"/>
          </a:xfrm>
          <a:custGeom>
            <a:avLst/>
            <a:gdLst/>
            <a:ahLst/>
            <a:cxnLst/>
            <a:rect l="l" t="t" r="r" b="b"/>
            <a:pathLst>
              <a:path w="5672727" h="2033455">
                <a:moveTo>
                  <a:pt x="104723" y="0"/>
                </a:moveTo>
                <a:lnTo>
                  <a:pt x="5568004" y="0"/>
                </a:lnTo>
                <a:cubicBezTo>
                  <a:pt x="5625841" y="0"/>
                  <a:pt x="5672727" y="46886"/>
                  <a:pt x="5672727" y="104723"/>
                </a:cubicBezTo>
                <a:lnTo>
                  <a:pt x="5672727" y="1928732"/>
                </a:lnTo>
                <a:cubicBezTo>
                  <a:pt x="5672727" y="1986569"/>
                  <a:pt x="5625841" y="2033455"/>
                  <a:pt x="5568004" y="2033455"/>
                </a:cubicBezTo>
                <a:lnTo>
                  <a:pt x="104723" y="2033455"/>
                </a:lnTo>
                <a:cubicBezTo>
                  <a:pt x="46886" y="2033455"/>
                  <a:pt x="0" y="1986569"/>
                  <a:pt x="0" y="1928732"/>
                </a:cubicBezTo>
                <a:lnTo>
                  <a:pt x="0" y="104723"/>
                </a:lnTo>
                <a:cubicBezTo>
                  <a:pt x="0" y="46925"/>
                  <a:pt x="46925" y="0"/>
                  <a:pt x="104723" y="0"/>
                </a:cubicBezTo>
                <a:close/>
              </a:path>
            </a:pathLst>
          </a:custGeom>
          <a:solidFill>
            <a:srgbClr val="00C896">
              <a:alpha val="1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9273" y="1300364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87273" y="174545"/>
                </a:moveTo>
                <a:cubicBezTo>
                  <a:pt x="135440" y="174545"/>
                  <a:pt x="174545" y="135440"/>
                  <a:pt x="174545" y="87273"/>
                </a:cubicBezTo>
                <a:cubicBezTo>
                  <a:pt x="174545" y="39106"/>
                  <a:pt x="135440" y="0"/>
                  <a:pt x="87273" y="0"/>
                </a:cubicBezTo>
                <a:cubicBezTo>
                  <a:pt x="39106" y="0"/>
                  <a:pt x="0" y="39106"/>
                  <a:pt x="0" y="87273"/>
                </a:cubicBezTo>
                <a:cubicBezTo>
                  <a:pt x="0" y="135440"/>
                  <a:pt x="39106" y="174545"/>
                  <a:pt x="87273" y="174545"/>
                </a:cubicBezTo>
                <a:close/>
                <a:moveTo>
                  <a:pt x="116045" y="72511"/>
                </a:moveTo>
                <a:lnTo>
                  <a:pt x="88773" y="116148"/>
                </a:lnTo>
                <a:cubicBezTo>
                  <a:pt x="87341" y="118432"/>
                  <a:pt x="84886" y="119864"/>
                  <a:pt x="82193" y="120000"/>
                </a:cubicBezTo>
                <a:cubicBezTo>
                  <a:pt x="79500" y="120136"/>
                  <a:pt x="76909" y="118909"/>
                  <a:pt x="75307" y="116727"/>
                </a:cubicBezTo>
                <a:lnTo>
                  <a:pt x="58943" y="94909"/>
                </a:lnTo>
                <a:cubicBezTo>
                  <a:pt x="56216" y="91295"/>
                  <a:pt x="56966" y="86182"/>
                  <a:pt x="60580" y="83455"/>
                </a:cubicBezTo>
                <a:cubicBezTo>
                  <a:pt x="64193" y="80727"/>
                  <a:pt x="69307" y="81477"/>
                  <a:pt x="72034" y="85091"/>
                </a:cubicBezTo>
                <a:lnTo>
                  <a:pt x="81239" y="97364"/>
                </a:lnTo>
                <a:lnTo>
                  <a:pt x="102170" y="63852"/>
                </a:lnTo>
                <a:cubicBezTo>
                  <a:pt x="104557" y="60034"/>
                  <a:pt x="109602" y="58841"/>
                  <a:pt x="113455" y="61261"/>
                </a:cubicBezTo>
                <a:cubicBezTo>
                  <a:pt x="117307" y="63682"/>
                  <a:pt x="118466" y="68693"/>
                  <a:pt x="116045" y="72545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715636" y="1265455"/>
            <a:ext cx="5253818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Wins This Week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455" y="1649455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34909" y="0"/>
                </a:moveTo>
                <a:lnTo>
                  <a:pt x="244364" y="0"/>
                </a:lnTo>
                <a:cubicBezTo>
                  <a:pt x="263630" y="0"/>
                  <a:pt x="279273" y="15642"/>
                  <a:pt x="279273" y="34909"/>
                </a:cubicBezTo>
                <a:lnTo>
                  <a:pt x="279273" y="244364"/>
                </a:lnTo>
                <a:cubicBezTo>
                  <a:pt x="279273" y="263643"/>
                  <a:pt x="263643" y="279273"/>
                  <a:pt x="244364" y="279273"/>
                </a:cubicBezTo>
                <a:lnTo>
                  <a:pt x="34909" y="279273"/>
                </a:lnTo>
                <a:cubicBezTo>
                  <a:pt x="15629" y="279273"/>
                  <a:pt x="0" y="263643"/>
                  <a:pt x="0" y="244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8182" y="1728000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34435" y="0"/>
                </a:moveTo>
                <a:lnTo>
                  <a:pt x="87890" y="0"/>
                </a:lnTo>
                <a:cubicBezTo>
                  <a:pt x="94214" y="0"/>
                  <a:pt x="99368" y="5202"/>
                  <a:pt x="99130" y="11502"/>
                </a:cubicBezTo>
                <a:cubicBezTo>
                  <a:pt x="99082" y="12767"/>
                  <a:pt x="99034" y="14032"/>
                  <a:pt x="98963" y="15273"/>
                </a:cubicBezTo>
                <a:lnTo>
                  <a:pt x="110799" y="15273"/>
                </a:lnTo>
                <a:cubicBezTo>
                  <a:pt x="117027" y="15273"/>
                  <a:pt x="122516" y="20427"/>
                  <a:pt x="122039" y="27157"/>
                </a:cubicBezTo>
                <a:cubicBezTo>
                  <a:pt x="120249" y="51903"/>
                  <a:pt x="107601" y="65506"/>
                  <a:pt x="93880" y="72617"/>
                </a:cubicBezTo>
                <a:cubicBezTo>
                  <a:pt x="90109" y="74574"/>
                  <a:pt x="86267" y="76030"/>
                  <a:pt x="82616" y="77103"/>
                </a:cubicBezTo>
                <a:cubicBezTo>
                  <a:pt x="77795" y="83928"/>
                  <a:pt x="72784" y="87532"/>
                  <a:pt x="68799" y="89465"/>
                </a:cubicBezTo>
                <a:lnTo>
                  <a:pt x="68799" y="106909"/>
                </a:lnTo>
                <a:lnTo>
                  <a:pt x="84072" y="106909"/>
                </a:lnTo>
                <a:cubicBezTo>
                  <a:pt x="88295" y="106909"/>
                  <a:pt x="91708" y="110322"/>
                  <a:pt x="91708" y="114545"/>
                </a:cubicBezTo>
                <a:cubicBezTo>
                  <a:pt x="91708" y="118769"/>
                  <a:pt x="88295" y="122182"/>
                  <a:pt x="84072" y="122182"/>
                </a:cubicBezTo>
                <a:lnTo>
                  <a:pt x="38253" y="122182"/>
                </a:lnTo>
                <a:cubicBezTo>
                  <a:pt x="34030" y="122182"/>
                  <a:pt x="30617" y="118769"/>
                  <a:pt x="30617" y="114545"/>
                </a:cubicBezTo>
                <a:cubicBezTo>
                  <a:pt x="30617" y="110322"/>
                  <a:pt x="34030" y="106909"/>
                  <a:pt x="38253" y="106909"/>
                </a:cubicBezTo>
                <a:lnTo>
                  <a:pt x="53526" y="106909"/>
                </a:lnTo>
                <a:lnTo>
                  <a:pt x="53526" y="89465"/>
                </a:lnTo>
                <a:cubicBezTo>
                  <a:pt x="49708" y="87627"/>
                  <a:pt x="44959" y="84215"/>
                  <a:pt x="40330" y="77939"/>
                </a:cubicBezTo>
                <a:cubicBezTo>
                  <a:pt x="35939" y="76793"/>
                  <a:pt x="31166" y="75051"/>
                  <a:pt x="26513" y="72426"/>
                </a:cubicBezTo>
                <a:cubicBezTo>
                  <a:pt x="13602" y="65195"/>
                  <a:pt x="1957" y="51569"/>
                  <a:pt x="286" y="27109"/>
                </a:cubicBezTo>
                <a:cubicBezTo>
                  <a:pt x="-167" y="20403"/>
                  <a:pt x="5298" y="15249"/>
                  <a:pt x="11526" y="15249"/>
                </a:cubicBezTo>
                <a:lnTo>
                  <a:pt x="23363" y="15249"/>
                </a:lnTo>
                <a:cubicBezTo>
                  <a:pt x="23291" y="14008"/>
                  <a:pt x="23243" y="12767"/>
                  <a:pt x="23195" y="11478"/>
                </a:cubicBezTo>
                <a:cubicBezTo>
                  <a:pt x="22957" y="5155"/>
                  <a:pt x="28111" y="-24"/>
                  <a:pt x="34435" y="-24"/>
                </a:cubicBezTo>
                <a:close/>
                <a:moveTo>
                  <a:pt x="24222" y="26727"/>
                </a:moveTo>
                <a:lnTo>
                  <a:pt x="11717" y="26727"/>
                </a:lnTo>
                <a:cubicBezTo>
                  <a:pt x="13197" y="46940"/>
                  <a:pt x="22480" y="57058"/>
                  <a:pt x="32049" y="62427"/>
                </a:cubicBezTo>
                <a:cubicBezTo>
                  <a:pt x="28613" y="53526"/>
                  <a:pt x="25773" y="41905"/>
                  <a:pt x="24222" y="26727"/>
                </a:cubicBezTo>
                <a:close/>
                <a:moveTo>
                  <a:pt x="90682" y="61282"/>
                </a:moveTo>
                <a:cubicBezTo>
                  <a:pt x="100347" y="55602"/>
                  <a:pt x="109081" y="45508"/>
                  <a:pt x="110560" y="26727"/>
                </a:cubicBezTo>
                <a:lnTo>
                  <a:pt x="98080" y="26727"/>
                </a:lnTo>
                <a:cubicBezTo>
                  <a:pt x="96600" y="41260"/>
                  <a:pt x="93927" y="52548"/>
                  <a:pt x="90682" y="61282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881455" y="1649455"/>
            <a:ext cx="2722909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Growth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1455" y="1858909"/>
            <a:ext cx="2714182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15.2% increase week-over-week, $284K achieved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7455" y="2138182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34909" y="0"/>
                </a:moveTo>
                <a:lnTo>
                  <a:pt x="244364" y="0"/>
                </a:lnTo>
                <a:cubicBezTo>
                  <a:pt x="263630" y="0"/>
                  <a:pt x="279273" y="15642"/>
                  <a:pt x="279273" y="34909"/>
                </a:cubicBezTo>
                <a:lnTo>
                  <a:pt x="279273" y="244364"/>
                </a:lnTo>
                <a:cubicBezTo>
                  <a:pt x="279273" y="263643"/>
                  <a:pt x="263643" y="279273"/>
                  <a:pt x="244364" y="279273"/>
                </a:cubicBezTo>
                <a:lnTo>
                  <a:pt x="34909" y="279273"/>
                </a:lnTo>
                <a:cubicBezTo>
                  <a:pt x="15629" y="279273"/>
                  <a:pt x="0" y="263643"/>
                  <a:pt x="0" y="244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2909" y="2216727"/>
            <a:ext cx="152727" cy="122182"/>
          </a:xfrm>
          <a:custGeom>
            <a:avLst/>
            <a:gdLst/>
            <a:ahLst/>
            <a:cxnLst/>
            <a:rect l="l" t="t" r="r" b="b"/>
            <a:pathLst>
              <a:path w="152727" h="122182">
                <a:moveTo>
                  <a:pt x="76364" y="3818"/>
                </a:moveTo>
                <a:cubicBezTo>
                  <a:pt x="90061" y="3818"/>
                  <a:pt x="101182" y="14939"/>
                  <a:pt x="101182" y="28636"/>
                </a:cubicBezTo>
                <a:cubicBezTo>
                  <a:pt x="101182" y="42334"/>
                  <a:pt x="90061" y="53455"/>
                  <a:pt x="76364" y="53455"/>
                </a:cubicBezTo>
                <a:cubicBezTo>
                  <a:pt x="62666" y="53455"/>
                  <a:pt x="51545" y="42334"/>
                  <a:pt x="51545" y="28636"/>
                </a:cubicBezTo>
                <a:cubicBezTo>
                  <a:pt x="51545" y="14939"/>
                  <a:pt x="62666" y="3818"/>
                  <a:pt x="76364" y="3818"/>
                </a:cubicBezTo>
                <a:close/>
                <a:moveTo>
                  <a:pt x="22909" y="21000"/>
                </a:moveTo>
                <a:cubicBezTo>
                  <a:pt x="32392" y="21000"/>
                  <a:pt x="40091" y="28699"/>
                  <a:pt x="40091" y="38182"/>
                </a:cubicBezTo>
                <a:cubicBezTo>
                  <a:pt x="40091" y="47665"/>
                  <a:pt x="32392" y="55364"/>
                  <a:pt x="22909" y="55364"/>
                </a:cubicBezTo>
                <a:cubicBezTo>
                  <a:pt x="13426" y="55364"/>
                  <a:pt x="5727" y="47665"/>
                  <a:pt x="5727" y="38182"/>
                </a:cubicBezTo>
                <a:cubicBezTo>
                  <a:pt x="5727" y="28699"/>
                  <a:pt x="13426" y="21000"/>
                  <a:pt x="22909" y="21000"/>
                </a:cubicBezTo>
                <a:close/>
                <a:moveTo>
                  <a:pt x="0" y="99273"/>
                </a:moveTo>
                <a:cubicBezTo>
                  <a:pt x="0" y="82401"/>
                  <a:pt x="13674" y="68727"/>
                  <a:pt x="30545" y="68727"/>
                </a:cubicBezTo>
                <a:cubicBezTo>
                  <a:pt x="33600" y="68727"/>
                  <a:pt x="36559" y="69181"/>
                  <a:pt x="39351" y="70016"/>
                </a:cubicBezTo>
                <a:cubicBezTo>
                  <a:pt x="31500" y="78798"/>
                  <a:pt x="26727" y="90395"/>
                  <a:pt x="26727" y="103091"/>
                </a:cubicBezTo>
                <a:lnTo>
                  <a:pt x="26727" y="106909"/>
                </a:lnTo>
                <a:cubicBezTo>
                  <a:pt x="26727" y="109630"/>
                  <a:pt x="27300" y="112207"/>
                  <a:pt x="28326" y="114545"/>
                </a:cubicBezTo>
                <a:lnTo>
                  <a:pt x="7636" y="114545"/>
                </a:lnTo>
                <a:cubicBezTo>
                  <a:pt x="3413" y="114545"/>
                  <a:pt x="0" y="111133"/>
                  <a:pt x="0" y="106909"/>
                </a:cubicBezTo>
                <a:lnTo>
                  <a:pt x="0" y="99273"/>
                </a:lnTo>
                <a:close/>
                <a:moveTo>
                  <a:pt x="124401" y="114545"/>
                </a:moveTo>
                <a:cubicBezTo>
                  <a:pt x="125427" y="112207"/>
                  <a:pt x="126000" y="109630"/>
                  <a:pt x="126000" y="106909"/>
                </a:cubicBezTo>
                <a:lnTo>
                  <a:pt x="126000" y="103091"/>
                </a:lnTo>
                <a:cubicBezTo>
                  <a:pt x="126000" y="90395"/>
                  <a:pt x="121227" y="78798"/>
                  <a:pt x="113376" y="70016"/>
                </a:cubicBezTo>
                <a:cubicBezTo>
                  <a:pt x="116168" y="69181"/>
                  <a:pt x="119127" y="68727"/>
                  <a:pt x="122182" y="68727"/>
                </a:cubicBezTo>
                <a:cubicBezTo>
                  <a:pt x="139053" y="68727"/>
                  <a:pt x="152727" y="82401"/>
                  <a:pt x="152727" y="99273"/>
                </a:cubicBezTo>
                <a:lnTo>
                  <a:pt x="152727" y="106909"/>
                </a:lnTo>
                <a:cubicBezTo>
                  <a:pt x="152727" y="111133"/>
                  <a:pt x="149315" y="114545"/>
                  <a:pt x="145091" y="114545"/>
                </a:cubicBezTo>
                <a:lnTo>
                  <a:pt x="124401" y="114545"/>
                </a:lnTo>
                <a:close/>
                <a:moveTo>
                  <a:pt x="112636" y="38182"/>
                </a:moveTo>
                <a:cubicBezTo>
                  <a:pt x="112636" y="28699"/>
                  <a:pt x="120335" y="21000"/>
                  <a:pt x="129818" y="21000"/>
                </a:cubicBezTo>
                <a:cubicBezTo>
                  <a:pt x="139301" y="21000"/>
                  <a:pt x="147000" y="28699"/>
                  <a:pt x="147000" y="38182"/>
                </a:cubicBezTo>
                <a:cubicBezTo>
                  <a:pt x="147000" y="47665"/>
                  <a:pt x="139301" y="55364"/>
                  <a:pt x="129818" y="55364"/>
                </a:cubicBezTo>
                <a:cubicBezTo>
                  <a:pt x="120335" y="55364"/>
                  <a:pt x="112636" y="47665"/>
                  <a:pt x="112636" y="38182"/>
                </a:cubicBezTo>
                <a:close/>
                <a:moveTo>
                  <a:pt x="38182" y="103091"/>
                </a:moveTo>
                <a:cubicBezTo>
                  <a:pt x="38182" y="81995"/>
                  <a:pt x="55268" y="64909"/>
                  <a:pt x="76364" y="64909"/>
                </a:cubicBezTo>
                <a:cubicBezTo>
                  <a:pt x="97459" y="64909"/>
                  <a:pt x="114545" y="81995"/>
                  <a:pt x="114545" y="103091"/>
                </a:cubicBezTo>
                <a:lnTo>
                  <a:pt x="114545" y="106909"/>
                </a:lnTo>
                <a:cubicBezTo>
                  <a:pt x="114545" y="111133"/>
                  <a:pt x="111133" y="114545"/>
                  <a:pt x="106909" y="114545"/>
                </a:cubicBezTo>
                <a:lnTo>
                  <a:pt x="45818" y="114545"/>
                </a:lnTo>
                <a:cubicBezTo>
                  <a:pt x="41594" y="114545"/>
                  <a:pt x="38182" y="111133"/>
                  <a:pt x="38182" y="106909"/>
                </a:cubicBezTo>
                <a:lnTo>
                  <a:pt x="38182" y="103091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81455" y="2138182"/>
            <a:ext cx="2338909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Growth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1455" y="2347636"/>
            <a:ext cx="2330182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12.5% increase in WAU, 48.2K active users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7455" y="2626909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34909" y="0"/>
                </a:moveTo>
                <a:lnTo>
                  <a:pt x="244364" y="0"/>
                </a:lnTo>
                <a:cubicBezTo>
                  <a:pt x="263630" y="0"/>
                  <a:pt x="279273" y="15642"/>
                  <a:pt x="279273" y="34909"/>
                </a:cubicBezTo>
                <a:lnTo>
                  <a:pt x="279273" y="244364"/>
                </a:lnTo>
                <a:cubicBezTo>
                  <a:pt x="279273" y="263643"/>
                  <a:pt x="263643" y="279273"/>
                  <a:pt x="244364" y="279273"/>
                </a:cubicBezTo>
                <a:lnTo>
                  <a:pt x="34909" y="279273"/>
                </a:lnTo>
                <a:cubicBezTo>
                  <a:pt x="15629" y="279273"/>
                  <a:pt x="0" y="263643"/>
                  <a:pt x="0" y="244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00C89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0545" y="2705455"/>
            <a:ext cx="137455" cy="122182"/>
          </a:xfrm>
          <a:custGeom>
            <a:avLst/>
            <a:gdLst/>
            <a:ahLst/>
            <a:cxnLst/>
            <a:rect l="l" t="t" r="r" b="b"/>
            <a:pathLst>
              <a:path w="137455" h="122182">
                <a:moveTo>
                  <a:pt x="114665" y="2458"/>
                </a:moveTo>
                <a:lnTo>
                  <a:pt x="61831" y="37705"/>
                </a:lnTo>
                <a:cubicBezTo>
                  <a:pt x="54886" y="42334"/>
                  <a:pt x="50472" y="49851"/>
                  <a:pt x="49756" y="58060"/>
                </a:cubicBezTo>
                <a:cubicBezTo>
                  <a:pt x="64623" y="61115"/>
                  <a:pt x="76340" y="72832"/>
                  <a:pt x="79418" y="87723"/>
                </a:cubicBezTo>
                <a:cubicBezTo>
                  <a:pt x="87651" y="87007"/>
                  <a:pt x="95144" y="82592"/>
                  <a:pt x="99774" y="75648"/>
                </a:cubicBezTo>
                <a:lnTo>
                  <a:pt x="134997" y="22790"/>
                </a:lnTo>
                <a:cubicBezTo>
                  <a:pt x="136595" y="20380"/>
                  <a:pt x="137455" y="17564"/>
                  <a:pt x="137455" y="14652"/>
                </a:cubicBezTo>
                <a:cubicBezTo>
                  <a:pt x="137455" y="6563"/>
                  <a:pt x="130892" y="0"/>
                  <a:pt x="122802" y="0"/>
                </a:cubicBezTo>
                <a:cubicBezTo>
                  <a:pt x="119915" y="0"/>
                  <a:pt x="117075" y="859"/>
                  <a:pt x="114665" y="2458"/>
                </a:cubicBezTo>
                <a:close/>
                <a:moveTo>
                  <a:pt x="68727" y="95455"/>
                </a:moveTo>
                <a:cubicBezTo>
                  <a:pt x="68727" y="80683"/>
                  <a:pt x="56772" y="68727"/>
                  <a:pt x="42000" y="68727"/>
                </a:cubicBezTo>
                <a:cubicBezTo>
                  <a:pt x="27228" y="68727"/>
                  <a:pt x="15273" y="80683"/>
                  <a:pt x="15273" y="95455"/>
                </a:cubicBezTo>
                <a:cubicBezTo>
                  <a:pt x="15273" y="96385"/>
                  <a:pt x="15320" y="97316"/>
                  <a:pt x="15416" y="98223"/>
                </a:cubicBezTo>
                <a:cubicBezTo>
                  <a:pt x="15845" y="102399"/>
                  <a:pt x="12982" y="106909"/>
                  <a:pt x="8782" y="106909"/>
                </a:cubicBezTo>
                <a:lnTo>
                  <a:pt x="7636" y="106909"/>
                </a:lnTo>
                <a:cubicBezTo>
                  <a:pt x="3413" y="106909"/>
                  <a:pt x="0" y="110322"/>
                  <a:pt x="0" y="114545"/>
                </a:cubicBezTo>
                <a:cubicBezTo>
                  <a:pt x="0" y="118769"/>
                  <a:pt x="3413" y="122182"/>
                  <a:pt x="7636" y="122182"/>
                </a:cubicBezTo>
                <a:lnTo>
                  <a:pt x="42000" y="122182"/>
                </a:lnTo>
                <a:cubicBezTo>
                  <a:pt x="56772" y="122182"/>
                  <a:pt x="68727" y="110226"/>
                  <a:pt x="68727" y="95455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81455" y="2626909"/>
            <a:ext cx="2766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Progress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1455" y="2836364"/>
            <a:ext cx="2757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testing complete, 52% prefer Option 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3455" y="3303273"/>
            <a:ext cx="5672727" cy="2033455"/>
          </a:xfrm>
          <a:custGeom>
            <a:avLst/>
            <a:gdLst/>
            <a:ahLst/>
            <a:cxnLst/>
            <a:rect l="l" t="t" r="r" b="b"/>
            <a:pathLst>
              <a:path w="5672727" h="2033455">
                <a:moveTo>
                  <a:pt x="104723" y="0"/>
                </a:moveTo>
                <a:lnTo>
                  <a:pt x="5568004" y="0"/>
                </a:lnTo>
                <a:cubicBezTo>
                  <a:pt x="5625841" y="0"/>
                  <a:pt x="5672727" y="46886"/>
                  <a:pt x="5672727" y="104723"/>
                </a:cubicBezTo>
                <a:lnTo>
                  <a:pt x="5672727" y="1928732"/>
                </a:lnTo>
                <a:cubicBezTo>
                  <a:pt x="5672727" y="1986569"/>
                  <a:pt x="5625841" y="2033455"/>
                  <a:pt x="5568004" y="2033455"/>
                </a:cubicBezTo>
                <a:lnTo>
                  <a:pt x="104723" y="2033455"/>
                </a:lnTo>
                <a:cubicBezTo>
                  <a:pt x="46886" y="2033455"/>
                  <a:pt x="0" y="1986569"/>
                  <a:pt x="0" y="1928732"/>
                </a:cubicBezTo>
                <a:lnTo>
                  <a:pt x="0" y="104723"/>
                </a:lnTo>
                <a:cubicBezTo>
                  <a:pt x="0" y="46925"/>
                  <a:pt x="46925" y="0"/>
                  <a:pt x="104723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273" y="3482182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87273" y="0"/>
                </a:moveTo>
                <a:cubicBezTo>
                  <a:pt x="92284" y="0"/>
                  <a:pt x="96886" y="2761"/>
                  <a:pt x="99273" y="7159"/>
                </a:cubicBezTo>
                <a:lnTo>
                  <a:pt x="172909" y="143523"/>
                </a:lnTo>
                <a:cubicBezTo>
                  <a:pt x="175193" y="147750"/>
                  <a:pt x="175091" y="152864"/>
                  <a:pt x="172636" y="156989"/>
                </a:cubicBezTo>
                <a:cubicBezTo>
                  <a:pt x="170182" y="161114"/>
                  <a:pt x="165716" y="163636"/>
                  <a:pt x="160909" y="163636"/>
                </a:cubicBezTo>
                <a:lnTo>
                  <a:pt x="13636" y="163636"/>
                </a:lnTo>
                <a:cubicBezTo>
                  <a:pt x="8830" y="163636"/>
                  <a:pt x="4398" y="161114"/>
                  <a:pt x="1909" y="156989"/>
                </a:cubicBezTo>
                <a:cubicBezTo>
                  <a:pt x="-580" y="152864"/>
                  <a:pt x="-648" y="147750"/>
                  <a:pt x="1636" y="143523"/>
                </a:cubicBezTo>
                <a:lnTo>
                  <a:pt x="75273" y="7159"/>
                </a:lnTo>
                <a:cubicBezTo>
                  <a:pt x="77659" y="2761"/>
                  <a:pt x="82261" y="0"/>
                  <a:pt x="87273" y="0"/>
                </a:cubicBezTo>
                <a:close/>
                <a:moveTo>
                  <a:pt x="87273" y="57273"/>
                </a:moveTo>
                <a:cubicBezTo>
                  <a:pt x="82739" y="57273"/>
                  <a:pt x="79091" y="60920"/>
                  <a:pt x="79091" y="65455"/>
                </a:cubicBezTo>
                <a:lnTo>
                  <a:pt x="79091" y="103636"/>
                </a:lnTo>
                <a:cubicBezTo>
                  <a:pt x="79091" y="108170"/>
                  <a:pt x="82739" y="111818"/>
                  <a:pt x="87273" y="111818"/>
                </a:cubicBezTo>
                <a:cubicBezTo>
                  <a:pt x="91807" y="111818"/>
                  <a:pt x="95455" y="108170"/>
                  <a:pt x="95455" y="103636"/>
                </a:cubicBezTo>
                <a:lnTo>
                  <a:pt x="95455" y="65455"/>
                </a:lnTo>
                <a:cubicBezTo>
                  <a:pt x="95455" y="60920"/>
                  <a:pt x="91807" y="57273"/>
                  <a:pt x="87273" y="57273"/>
                </a:cubicBezTo>
                <a:close/>
                <a:moveTo>
                  <a:pt x="96375" y="130909"/>
                </a:moveTo>
                <a:cubicBezTo>
                  <a:pt x="96582" y="127530"/>
                  <a:pt x="94897" y="124316"/>
                  <a:pt x="92001" y="122564"/>
                </a:cubicBezTo>
                <a:cubicBezTo>
                  <a:pt x="89104" y="120812"/>
                  <a:pt x="85475" y="120812"/>
                  <a:pt x="82579" y="122564"/>
                </a:cubicBezTo>
                <a:cubicBezTo>
                  <a:pt x="79682" y="124316"/>
                  <a:pt x="77997" y="127530"/>
                  <a:pt x="78205" y="130909"/>
                </a:cubicBezTo>
                <a:cubicBezTo>
                  <a:pt x="77997" y="134288"/>
                  <a:pt x="79682" y="137502"/>
                  <a:pt x="82579" y="139254"/>
                </a:cubicBezTo>
                <a:cubicBezTo>
                  <a:pt x="85475" y="141006"/>
                  <a:pt x="89104" y="141006"/>
                  <a:pt x="92001" y="139254"/>
                </a:cubicBezTo>
                <a:cubicBezTo>
                  <a:pt x="94897" y="137502"/>
                  <a:pt x="96582" y="134288"/>
                  <a:pt x="96375" y="130909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715636" y="3447273"/>
            <a:ext cx="5253818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7455" y="3831273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34909" y="0"/>
                </a:moveTo>
                <a:lnTo>
                  <a:pt x="244364" y="0"/>
                </a:lnTo>
                <a:cubicBezTo>
                  <a:pt x="263630" y="0"/>
                  <a:pt x="279273" y="15642"/>
                  <a:pt x="279273" y="34909"/>
                </a:cubicBezTo>
                <a:lnTo>
                  <a:pt x="279273" y="244364"/>
                </a:lnTo>
                <a:cubicBezTo>
                  <a:pt x="279273" y="263643"/>
                  <a:pt x="263643" y="279273"/>
                  <a:pt x="244364" y="279273"/>
                </a:cubicBezTo>
                <a:lnTo>
                  <a:pt x="34909" y="279273"/>
                </a:lnTo>
                <a:cubicBezTo>
                  <a:pt x="15629" y="279273"/>
                  <a:pt x="0" y="263643"/>
                  <a:pt x="0" y="244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85818" y="3909818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38301" y="-6300"/>
                </a:moveTo>
                <a:cubicBezTo>
                  <a:pt x="40520" y="-8161"/>
                  <a:pt x="43790" y="-8090"/>
                  <a:pt x="45914" y="-6085"/>
                </a:cubicBezTo>
                <a:cubicBezTo>
                  <a:pt x="48849" y="-3317"/>
                  <a:pt x="51474" y="-263"/>
                  <a:pt x="54003" y="2840"/>
                </a:cubicBezTo>
                <a:cubicBezTo>
                  <a:pt x="57225" y="6777"/>
                  <a:pt x="61091" y="11980"/>
                  <a:pt x="64814" y="18160"/>
                </a:cubicBezTo>
                <a:cubicBezTo>
                  <a:pt x="66055" y="16538"/>
                  <a:pt x="67200" y="15106"/>
                  <a:pt x="68202" y="13889"/>
                </a:cubicBezTo>
                <a:cubicBezTo>
                  <a:pt x="68465" y="13578"/>
                  <a:pt x="68727" y="13244"/>
                  <a:pt x="68990" y="12910"/>
                </a:cubicBezTo>
                <a:cubicBezTo>
                  <a:pt x="70875" y="10572"/>
                  <a:pt x="73214" y="7636"/>
                  <a:pt x="76340" y="7636"/>
                </a:cubicBezTo>
                <a:cubicBezTo>
                  <a:pt x="79538" y="7636"/>
                  <a:pt x="81781" y="10476"/>
                  <a:pt x="83690" y="12910"/>
                </a:cubicBezTo>
                <a:cubicBezTo>
                  <a:pt x="84000" y="13316"/>
                  <a:pt x="84310" y="13698"/>
                  <a:pt x="84620" y="14056"/>
                </a:cubicBezTo>
                <a:cubicBezTo>
                  <a:pt x="87078" y="17015"/>
                  <a:pt x="90348" y="21286"/>
                  <a:pt x="93617" y="26560"/>
                </a:cubicBezTo>
                <a:cubicBezTo>
                  <a:pt x="100108" y="37036"/>
                  <a:pt x="106885" y="51951"/>
                  <a:pt x="106885" y="68703"/>
                </a:cubicBezTo>
                <a:cubicBezTo>
                  <a:pt x="106885" y="98223"/>
                  <a:pt x="82950" y="122158"/>
                  <a:pt x="53431" y="122158"/>
                </a:cubicBezTo>
                <a:cubicBezTo>
                  <a:pt x="23911" y="122158"/>
                  <a:pt x="0" y="98247"/>
                  <a:pt x="0" y="68727"/>
                </a:cubicBezTo>
                <a:cubicBezTo>
                  <a:pt x="0" y="46988"/>
                  <a:pt x="9808" y="28159"/>
                  <a:pt x="19210" y="15034"/>
                </a:cubicBezTo>
                <a:cubicBezTo>
                  <a:pt x="23959" y="8424"/>
                  <a:pt x="28684" y="3126"/>
                  <a:pt x="32240" y="-501"/>
                </a:cubicBezTo>
                <a:cubicBezTo>
                  <a:pt x="34197" y="-2506"/>
                  <a:pt x="36177" y="-4486"/>
                  <a:pt x="38325" y="-6276"/>
                </a:cubicBezTo>
                <a:close/>
                <a:moveTo>
                  <a:pt x="53860" y="99273"/>
                </a:moveTo>
                <a:cubicBezTo>
                  <a:pt x="59898" y="99273"/>
                  <a:pt x="65243" y="97602"/>
                  <a:pt x="70278" y="94261"/>
                </a:cubicBezTo>
                <a:cubicBezTo>
                  <a:pt x="80325" y="87245"/>
                  <a:pt x="83022" y="73214"/>
                  <a:pt x="76984" y="62189"/>
                </a:cubicBezTo>
                <a:cubicBezTo>
                  <a:pt x="75910" y="60041"/>
                  <a:pt x="73166" y="59898"/>
                  <a:pt x="71615" y="61711"/>
                </a:cubicBezTo>
                <a:lnTo>
                  <a:pt x="65601" y="68703"/>
                </a:lnTo>
                <a:cubicBezTo>
                  <a:pt x="64026" y="70517"/>
                  <a:pt x="61186" y="70469"/>
                  <a:pt x="59707" y="68584"/>
                </a:cubicBezTo>
                <a:cubicBezTo>
                  <a:pt x="55578" y="63310"/>
                  <a:pt x="47990" y="53693"/>
                  <a:pt x="44124" y="48777"/>
                </a:cubicBezTo>
                <a:cubicBezTo>
                  <a:pt x="42835" y="47131"/>
                  <a:pt x="40497" y="46868"/>
                  <a:pt x="38993" y="48324"/>
                </a:cubicBezTo>
                <a:cubicBezTo>
                  <a:pt x="34626" y="52572"/>
                  <a:pt x="26703" y="61878"/>
                  <a:pt x="26703" y="73214"/>
                </a:cubicBezTo>
                <a:cubicBezTo>
                  <a:pt x="26703" y="89584"/>
                  <a:pt x="38778" y="99273"/>
                  <a:pt x="53836" y="99273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881455" y="3831273"/>
            <a:ext cx="2155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P0 Bug Resolution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1455" y="4040727"/>
            <a:ext cx="2146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gateway timeout - fix by Apr 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7455" y="4320000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34909" y="0"/>
                </a:moveTo>
                <a:lnTo>
                  <a:pt x="244364" y="0"/>
                </a:lnTo>
                <a:cubicBezTo>
                  <a:pt x="263630" y="0"/>
                  <a:pt x="279273" y="15642"/>
                  <a:pt x="279273" y="34909"/>
                </a:cubicBezTo>
                <a:lnTo>
                  <a:pt x="279273" y="244364"/>
                </a:lnTo>
                <a:cubicBezTo>
                  <a:pt x="279273" y="263643"/>
                  <a:pt x="263643" y="279273"/>
                  <a:pt x="244364" y="279273"/>
                </a:cubicBezTo>
                <a:lnTo>
                  <a:pt x="34909" y="279273"/>
                </a:lnTo>
                <a:cubicBezTo>
                  <a:pt x="15629" y="279273"/>
                  <a:pt x="0" y="263643"/>
                  <a:pt x="0" y="244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85818" y="4398545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6909" y="49111"/>
                </a:moveTo>
                <a:cubicBezTo>
                  <a:pt x="103377" y="51450"/>
                  <a:pt x="99320" y="53335"/>
                  <a:pt x="95097" y="54839"/>
                </a:cubicBezTo>
                <a:cubicBezTo>
                  <a:pt x="83881" y="58848"/>
                  <a:pt x="69157" y="61091"/>
                  <a:pt x="53455" y="61091"/>
                </a:cubicBezTo>
                <a:cubicBezTo>
                  <a:pt x="37752" y="61091"/>
                  <a:pt x="23005" y="58824"/>
                  <a:pt x="11813" y="54839"/>
                </a:cubicBezTo>
                <a:cubicBezTo>
                  <a:pt x="7613" y="53335"/>
                  <a:pt x="3532" y="51450"/>
                  <a:pt x="0" y="49111"/>
                </a:cubicBezTo>
                <a:lnTo>
                  <a:pt x="0" y="68727"/>
                </a:lnTo>
                <a:cubicBezTo>
                  <a:pt x="0" y="79275"/>
                  <a:pt x="23935" y="87818"/>
                  <a:pt x="53455" y="87818"/>
                </a:cubicBezTo>
                <a:cubicBezTo>
                  <a:pt x="82974" y="87818"/>
                  <a:pt x="106909" y="79275"/>
                  <a:pt x="106909" y="68727"/>
                </a:cubicBezTo>
                <a:lnTo>
                  <a:pt x="106909" y="49111"/>
                </a:lnTo>
                <a:close/>
                <a:moveTo>
                  <a:pt x="106909" y="30545"/>
                </a:moveTo>
                <a:lnTo>
                  <a:pt x="106909" y="19091"/>
                </a:lnTo>
                <a:cubicBezTo>
                  <a:pt x="106909" y="8543"/>
                  <a:pt x="82974" y="0"/>
                  <a:pt x="53455" y="0"/>
                </a:cubicBezTo>
                <a:cubicBezTo>
                  <a:pt x="23935" y="0"/>
                  <a:pt x="0" y="8543"/>
                  <a:pt x="0" y="19091"/>
                </a:cubicBezTo>
                <a:lnTo>
                  <a:pt x="0" y="30545"/>
                </a:lnTo>
                <a:cubicBezTo>
                  <a:pt x="0" y="41093"/>
                  <a:pt x="23935" y="49636"/>
                  <a:pt x="53455" y="49636"/>
                </a:cubicBezTo>
                <a:cubicBezTo>
                  <a:pt x="82974" y="49636"/>
                  <a:pt x="106909" y="41093"/>
                  <a:pt x="106909" y="30545"/>
                </a:cubicBezTo>
                <a:close/>
                <a:moveTo>
                  <a:pt x="95097" y="93020"/>
                </a:moveTo>
                <a:cubicBezTo>
                  <a:pt x="83905" y="97006"/>
                  <a:pt x="69181" y="99273"/>
                  <a:pt x="53455" y="99273"/>
                </a:cubicBezTo>
                <a:cubicBezTo>
                  <a:pt x="37728" y="99273"/>
                  <a:pt x="23005" y="97006"/>
                  <a:pt x="11813" y="93020"/>
                </a:cubicBezTo>
                <a:cubicBezTo>
                  <a:pt x="7613" y="91517"/>
                  <a:pt x="3532" y="89632"/>
                  <a:pt x="0" y="87293"/>
                </a:cubicBezTo>
                <a:lnTo>
                  <a:pt x="0" y="103091"/>
                </a:lnTo>
                <a:cubicBezTo>
                  <a:pt x="0" y="113639"/>
                  <a:pt x="23935" y="122182"/>
                  <a:pt x="53455" y="122182"/>
                </a:cubicBezTo>
                <a:cubicBezTo>
                  <a:pt x="82974" y="122182"/>
                  <a:pt x="106909" y="113639"/>
                  <a:pt x="106909" y="103091"/>
                </a:cubicBezTo>
                <a:lnTo>
                  <a:pt x="106909" y="87293"/>
                </a:lnTo>
                <a:cubicBezTo>
                  <a:pt x="103377" y="89632"/>
                  <a:pt x="99320" y="91517"/>
                  <a:pt x="95097" y="9302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881455" y="4320000"/>
            <a:ext cx="2941091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Dependency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1455" y="4529455"/>
            <a:ext cx="2932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decision needed by Apr 1 to maintain timeline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7455" y="48087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34909" y="0"/>
                </a:moveTo>
                <a:lnTo>
                  <a:pt x="244364" y="0"/>
                </a:lnTo>
                <a:cubicBezTo>
                  <a:pt x="263630" y="0"/>
                  <a:pt x="279273" y="15642"/>
                  <a:pt x="279273" y="34909"/>
                </a:cubicBezTo>
                <a:lnTo>
                  <a:pt x="279273" y="244364"/>
                </a:lnTo>
                <a:cubicBezTo>
                  <a:pt x="279273" y="263643"/>
                  <a:pt x="263643" y="279273"/>
                  <a:pt x="244364" y="279273"/>
                </a:cubicBezTo>
                <a:lnTo>
                  <a:pt x="34909" y="279273"/>
                </a:lnTo>
                <a:cubicBezTo>
                  <a:pt x="15629" y="279273"/>
                  <a:pt x="0" y="263643"/>
                  <a:pt x="0" y="244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8182" y="4887273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15273" y="15273"/>
                </a:moveTo>
                <a:cubicBezTo>
                  <a:pt x="15273" y="11049"/>
                  <a:pt x="11860" y="7636"/>
                  <a:pt x="7636" y="7636"/>
                </a:cubicBezTo>
                <a:cubicBezTo>
                  <a:pt x="3412" y="7636"/>
                  <a:pt x="0" y="11049"/>
                  <a:pt x="0" y="15273"/>
                </a:cubicBezTo>
                <a:lnTo>
                  <a:pt x="0" y="95455"/>
                </a:lnTo>
                <a:cubicBezTo>
                  <a:pt x="0" y="106002"/>
                  <a:pt x="8543" y="114545"/>
                  <a:pt x="19091" y="114545"/>
                </a:cubicBezTo>
                <a:lnTo>
                  <a:pt x="114545" y="114545"/>
                </a:lnTo>
                <a:cubicBezTo>
                  <a:pt x="118769" y="114545"/>
                  <a:pt x="122182" y="111133"/>
                  <a:pt x="122182" y="106909"/>
                </a:cubicBezTo>
                <a:cubicBezTo>
                  <a:pt x="122182" y="102685"/>
                  <a:pt x="118769" y="99273"/>
                  <a:pt x="114545" y="99273"/>
                </a:cubicBezTo>
                <a:lnTo>
                  <a:pt x="19091" y="99273"/>
                </a:lnTo>
                <a:cubicBezTo>
                  <a:pt x="16991" y="99273"/>
                  <a:pt x="15273" y="97555"/>
                  <a:pt x="15273" y="95455"/>
                </a:cubicBezTo>
                <a:lnTo>
                  <a:pt x="15273" y="15273"/>
                </a:lnTo>
                <a:close/>
                <a:moveTo>
                  <a:pt x="112302" y="35939"/>
                </a:moveTo>
                <a:cubicBezTo>
                  <a:pt x="115285" y="32956"/>
                  <a:pt x="115285" y="28111"/>
                  <a:pt x="112302" y="25128"/>
                </a:cubicBezTo>
                <a:cubicBezTo>
                  <a:pt x="109319" y="22145"/>
                  <a:pt x="104475" y="22145"/>
                  <a:pt x="101492" y="25128"/>
                </a:cubicBezTo>
                <a:lnTo>
                  <a:pt x="76364" y="50281"/>
                </a:lnTo>
                <a:lnTo>
                  <a:pt x="62666" y="36607"/>
                </a:lnTo>
                <a:cubicBezTo>
                  <a:pt x="59683" y="33624"/>
                  <a:pt x="54839" y="33624"/>
                  <a:pt x="51856" y="36607"/>
                </a:cubicBezTo>
                <a:lnTo>
                  <a:pt x="28947" y="59516"/>
                </a:lnTo>
                <a:cubicBezTo>
                  <a:pt x="25964" y="62499"/>
                  <a:pt x="25964" y="67343"/>
                  <a:pt x="28947" y="70326"/>
                </a:cubicBezTo>
                <a:cubicBezTo>
                  <a:pt x="31930" y="73309"/>
                  <a:pt x="36774" y="73309"/>
                  <a:pt x="39757" y="70326"/>
                </a:cubicBezTo>
                <a:lnTo>
                  <a:pt x="57273" y="52810"/>
                </a:lnTo>
                <a:lnTo>
                  <a:pt x="70970" y="66508"/>
                </a:lnTo>
                <a:cubicBezTo>
                  <a:pt x="73953" y="69491"/>
                  <a:pt x="78798" y="69491"/>
                  <a:pt x="81781" y="66508"/>
                </a:cubicBezTo>
                <a:lnTo>
                  <a:pt x="112326" y="35963"/>
                </a:ln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32" name="Text 30"/>
          <p:cNvSpPr/>
          <p:nvPr/>
        </p:nvSpPr>
        <p:spPr>
          <a:xfrm>
            <a:off x="881455" y="4808727"/>
            <a:ext cx="2539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Module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1455" y="5018182"/>
            <a:ext cx="2530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risk of 3-day delay - scope reduction option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1614" y="1121455"/>
            <a:ext cx="5672727" cy="2923636"/>
          </a:xfrm>
          <a:custGeom>
            <a:avLst/>
            <a:gdLst/>
            <a:ahLst/>
            <a:cxnLst/>
            <a:rect l="l" t="t" r="r" b="b"/>
            <a:pathLst>
              <a:path w="5672727" h="2923636">
                <a:moveTo>
                  <a:pt x="104725" y="0"/>
                </a:moveTo>
                <a:lnTo>
                  <a:pt x="5568003" y="0"/>
                </a:lnTo>
                <a:cubicBezTo>
                  <a:pt x="5625840" y="0"/>
                  <a:pt x="5672727" y="46887"/>
                  <a:pt x="5672727" y="104725"/>
                </a:cubicBezTo>
                <a:lnTo>
                  <a:pt x="5672727" y="2818912"/>
                </a:lnTo>
                <a:cubicBezTo>
                  <a:pt x="5672727" y="2876750"/>
                  <a:pt x="5625840" y="2923636"/>
                  <a:pt x="5568003" y="2923636"/>
                </a:cubicBezTo>
                <a:lnTo>
                  <a:pt x="104725" y="2923636"/>
                </a:lnTo>
                <a:cubicBezTo>
                  <a:pt x="46887" y="2923636"/>
                  <a:pt x="0" y="2876750"/>
                  <a:pt x="0" y="2818912"/>
                </a:cubicBezTo>
                <a:lnTo>
                  <a:pt x="0" y="104725"/>
                </a:lnTo>
                <a:cubicBezTo>
                  <a:pt x="0" y="46887"/>
                  <a:pt x="46887" y="0"/>
                  <a:pt x="104725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5614" y="1265455"/>
            <a:ext cx="5472000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Decisions Made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9977" y="1653818"/>
            <a:ext cx="5376000" cy="672000"/>
          </a:xfrm>
          <a:custGeom>
            <a:avLst/>
            <a:gdLst/>
            <a:ahLst/>
            <a:cxnLst/>
            <a:rect l="l" t="t" r="r" b="b"/>
            <a:pathLst>
              <a:path w="5376000" h="672000">
                <a:moveTo>
                  <a:pt x="69821" y="0"/>
                </a:moveTo>
                <a:lnTo>
                  <a:pt x="5306179" y="0"/>
                </a:lnTo>
                <a:cubicBezTo>
                  <a:pt x="5344740" y="0"/>
                  <a:pt x="5376000" y="31260"/>
                  <a:pt x="5376000" y="69821"/>
                </a:cubicBezTo>
                <a:lnTo>
                  <a:pt x="5376000" y="602179"/>
                </a:lnTo>
                <a:cubicBezTo>
                  <a:pt x="5376000" y="640740"/>
                  <a:pt x="5344740" y="672000"/>
                  <a:pt x="5306179" y="672000"/>
                </a:cubicBezTo>
                <a:lnTo>
                  <a:pt x="69821" y="672000"/>
                </a:lnTo>
                <a:cubicBezTo>
                  <a:pt x="31260" y="672000"/>
                  <a:pt x="0" y="640740"/>
                  <a:pt x="0" y="602179"/>
                </a:cubicBezTo>
                <a:lnTo>
                  <a:pt x="0" y="69821"/>
                </a:lnTo>
                <a:cubicBezTo>
                  <a:pt x="0" y="31286"/>
                  <a:pt x="31286" y="0"/>
                  <a:pt x="698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795" y="1797818"/>
            <a:ext cx="157091" cy="139636"/>
          </a:xfrm>
          <a:custGeom>
            <a:avLst/>
            <a:gdLst/>
            <a:ahLst/>
            <a:cxnLst/>
            <a:rect l="l" t="t" r="r" b="b"/>
            <a:pathLst>
              <a:path w="157091" h="139636">
                <a:moveTo>
                  <a:pt x="46255" y="41836"/>
                </a:moveTo>
                <a:lnTo>
                  <a:pt x="41155" y="36736"/>
                </a:lnTo>
                <a:cubicBezTo>
                  <a:pt x="37745" y="33327"/>
                  <a:pt x="37745" y="27791"/>
                  <a:pt x="41155" y="24382"/>
                </a:cubicBezTo>
                <a:lnTo>
                  <a:pt x="72436" y="-6927"/>
                </a:lnTo>
                <a:cubicBezTo>
                  <a:pt x="75845" y="-10336"/>
                  <a:pt x="81382" y="-10336"/>
                  <a:pt x="84791" y="-6927"/>
                </a:cubicBezTo>
                <a:lnTo>
                  <a:pt x="89891" y="-1800"/>
                </a:lnTo>
                <a:cubicBezTo>
                  <a:pt x="93300" y="1609"/>
                  <a:pt x="93300" y="7145"/>
                  <a:pt x="89891" y="10555"/>
                </a:cubicBezTo>
                <a:lnTo>
                  <a:pt x="58609" y="41836"/>
                </a:lnTo>
                <a:cubicBezTo>
                  <a:pt x="55200" y="45245"/>
                  <a:pt x="49664" y="45245"/>
                  <a:pt x="46255" y="41836"/>
                </a:cubicBezTo>
                <a:close/>
                <a:moveTo>
                  <a:pt x="75273" y="57736"/>
                </a:moveTo>
                <a:lnTo>
                  <a:pt x="66709" y="49173"/>
                </a:lnTo>
                <a:lnTo>
                  <a:pt x="97255" y="18627"/>
                </a:lnTo>
                <a:lnTo>
                  <a:pt x="129818" y="51191"/>
                </a:lnTo>
                <a:lnTo>
                  <a:pt x="99273" y="81736"/>
                </a:lnTo>
                <a:lnTo>
                  <a:pt x="90709" y="73173"/>
                </a:lnTo>
                <a:lnTo>
                  <a:pt x="27436" y="136445"/>
                </a:lnTo>
                <a:cubicBezTo>
                  <a:pt x="23182" y="140700"/>
                  <a:pt x="16282" y="140700"/>
                  <a:pt x="12000" y="136445"/>
                </a:cubicBezTo>
                <a:cubicBezTo>
                  <a:pt x="7718" y="132191"/>
                  <a:pt x="7745" y="125291"/>
                  <a:pt x="12000" y="121009"/>
                </a:cubicBezTo>
                <a:lnTo>
                  <a:pt x="75273" y="57736"/>
                </a:lnTo>
                <a:close/>
                <a:moveTo>
                  <a:pt x="106609" y="102164"/>
                </a:moveTo>
                <a:cubicBezTo>
                  <a:pt x="103200" y="98755"/>
                  <a:pt x="103200" y="93218"/>
                  <a:pt x="106609" y="89809"/>
                </a:cubicBezTo>
                <a:lnTo>
                  <a:pt x="137891" y="58527"/>
                </a:lnTo>
                <a:cubicBezTo>
                  <a:pt x="141300" y="55118"/>
                  <a:pt x="146836" y="55118"/>
                  <a:pt x="150245" y="58527"/>
                </a:cubicBezTo>
                <a:lnTo>
                  <a:pt x="155345" y="63627"/>
                </a:lnTo>
                <a:cubicBezTo>
                  <a:pt x="158755" y="67036"/>
                  <a:pt x="158755" y="72573"/>
                  <a:pt x="155345" y="75982"/>
                </a:cubicBezTo>
                <a:lnTo>
                  <a:pt x="124064" y="107291"/>
                </a:lnTo>
                <a:cubicBezTo>
                  <a:pt x="120655" y="110700"/>
                  <a:pt x="115118" y="110700"/>
                  <a:pt x="111709" y="107291"/>
                </a:cubicBezTo>
                <a:lnTo>
                  <a:pt x="106609" y="102191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673432" y="1762909"/>
            <a:ext cx="126545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Center Design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29068" y="2042182"/>
            <a:ext cx="5218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Proceed with Option C (Balanced) based on user testing results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9977" y="2439273"/>
            <a:ext cx="5376000" cy="672000"/>
          </a:xfrm>
          <a:custGeom>
            <a:avLst/>
            <a:gdLst/>
            <a:ahLst/>
            <a:cxnLst/>
            <a:rect l="l" t="t" r="r" b="b"/>
            <a:pathLst>
              <a:path w="5376000" h="672000">
                <a:moveTo>
                  <a:pt x="69821" y="0"/>
                </a:moveTo>
                <a:lnTo>
                  <a:pt x="5306179" y="0"/>
                </a:lnTo>
                <a:cubicBezTo>
                  <a:pt x="5344740" y="0"/>
                  <a:pt x="5376000" y="31260"/>
                  <a:pt x="5376000" y="69821"/>
                </a:cubicBezTo>
                <a:lnTo>
                  <a:pt x="5376000" y="602179"/>
                </a:lnTo>
                <a:cubicBezTo>
                  <a:pt x="5376000" y="640740"/>
                  <a:pt x="5344740" y="672000"/>
                  <a:pt x="5306179" y="672000"/>
                </a:cubicBezTo>
                <a:lnTo>
                  <a:pt x="69821" y="672000"/>
                </a:lnTo>
                <a:cubicBezTo>
                  <a:pt x="31260" y="672000"/>
                  <a:pt x="0" y="640740"/>
                  <a:pt x="0" y="602179"/>
                </a:cubicBezTo>
                <a:lnTo>
                  <a:pt x="0" y="69821"/>
                </a:lnTo>
                <a:cubicBezTo>
                  <a:pt x="0" y="31286"/>
                  <a:pt x="31286" y="0"/>
                  <a:pt x="698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00C896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37795" y="2583273"/>
            <a:ext cx="157091" cy="139636"/>
          </a:xfrm>
          <a:custGeom>
            <a:avLst/>
            <a:gdLst/>
            <a:ahLst/>
            <a:cxnLst/>
            <a:rect l="l" t="t" r="r" b="b"/>
            <a:pathLst>
              <a:path w="157091" h="139636">
                <a:moveTo>
                  <a:pt x="46255" y="41836"/>
                </a:moveTo>
                <a:lnTo>
                  <a:pt x="41155" y="36736"/>
                </a:lnTo>
                <a:cubicBezTo>
                  <a:pt x="37745" y="33327"/>
                  <a:pt x="37745" y="27791"/>
                  <a:pt x="41155" y="24382"/>
                </a:cubicBezTo>
                <a:lnTo>
                  <a:pt x="72436" y="-6927"/>
                </a:lnTo>
                <a:cubicBezTo>
                  <a:pt x="75845" y="-10336"/>
                  <a:pt x="81382" y="-10336"/>
                  <a:pt x="84791" y="-6927"/>
                </a:cubicBezTo>
                <a:lnTo>
                  <a:pt x="89891" y="-1800"/>
                </a:lnTo>
                <a:cubicBezTo>
                  <a:pt x="93300" y="1609"/>
                  <a:pt x="93300" y="7145"/>
                  <a:pt x="89891" y="10555"/>
                </a:cubicBezTo>
                <a:lnTo>
                  <a:pt x="58609" y="41836"/>
                </a:lnTo>
                <a:cubicBezTo>
                  <a:pt x="55200" y="45245"/>
                  <a:pt x="49664" y="45245"/>
                  <a:pt x="46255" y="41836"/>
                </a:cubicBezTo>
                <a:close/>
                <a:moveTo>
                  <a:pt x="75273" y="57736"/>
                </a:moveTo>
                <a:lnTo>
                  <a:pt x="66709" y="49173"/>
                </a:lnTo>
                <a:lnTo>
                  <a:pt x="97255" y="18627"/>
                </a:lnTo>
                <a:lnTo>
                  <a:pt x="129818" y="51191"/>
                </a:lnTo>
                <a:lnTo>
                  <a:pt x="99273" y="81736"/>
                </a:lnTo>
                <a:lnTo>
                  <a:pt x="90709" y="73173"/>
                </a:lnTo>
                <a:lnTo>
                  <a:pt x="27436" y="136445"/>
                </a:lnTo>
                <a:cubicBezTo>
                  <a:pt x="23182" y="140700"/>
                  <a:pt x="16282" y="140700"/>
                  <a:pt x="12000" y="136445"/>
                </a:cubicBezTo>
                <a:cubicBezTo>
                  <a:pt x="7718" y="132191"/>
                  <a:pt x="7745" y="125291"/>
                  <a:pt x="12000" y="121009"/>
                </a:cubicBezTo>
                <a:lnTo>
                  <a:pt x="75273" y="57736"/>
                </a:lnTo>
                <a:close/>
                <a:moveTo>
                  <a:pt x="106609" y="102164"/>
                </a:moveTo>
                <a:cubicBezTo>
                  <a:pt x="103200" y="98755"/>
                  <a:pt x="103200" y="93218"/>
                  <a:pt x="106609" y="89809"/>
                </a:cubicBezTo>
                <a:lnTo>
                  <a:pt x="137891" y="58527"/>
                </a:lnTo>
                <a:cubicBezTo>
                  <a:pt x="141300" y="55118"/>
                  <a:pt x="146836" y="55118"/>
                  <a:pt x="150245" y="58527"/>
                </a:cubicBezTo>
                <a:lnTo>
                  <a:pt x="155345" y="63627"/>
                </a:lnTo>
                <a:cubicBezTo>
                  <a:pt x="158755" y="67036"/>
                  <a:pt x="158755" y="72573"/>
                  <a:pt x="155345" y="75982"/>
                </a:cubicBezTo>
                <a:lnTo>
                  <a:pt x="124064" y="107291"/>
                </a:lnTo>
                <a:cubicBezTo>
                  <a:pt x="120655" y="110700"/>
                  <a:pt x="115118" y="110700"/>
                  <a:pt x="111709" y="107291"/>
                </a:cubicBezTo>
                <a:lnTo>
                  <a:pt x="106609" y="102191"/>
                </a:ln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673432" y="2548364"/>
            <a:ext cx="1431273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Optimization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9068" y="2827636"/>
            <a:ext cx="5218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Approved for development, target launch May 15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9977" y="3224727"/>
            <a:ext cx="5376000" cy="672000"/>
          </a:xfrm>
          <a:custGeom>
            <a:avLst/>
            <a:gdLst/>
            <a:ahLst/>
            <a:cxnLst/>
            <a:rect l="l" t="t" r="r" b="b"/>
            <a:pathLst>
              <a:path w="5376000" h="672000">
                <a:moveTo>
                  <a:pt x="69821" y="0"/>
                </a:moveTo>
                <a:lnTo>
                  <a:pt x="5306179" y="0"/>
                </a:lnTo>
                <a:cubicBezTo>
                  <a:pt x="5344740" y="0"/>
                  <a:pt x="5376000" y="31260"/>
                  <a:pt x="5376000" y="69821"/>
                </a:cubicBezTo>
                <a:lnTo>
                  <a:pt x="5376000" y="602179"/>
                </a:lnTo>
                <a:cubicBezTo>
                  <a:pt x="5376000" y="640740"/>
                  <a:pt x="5344740" y="672000"/>
                  <a:pt x="5306179" y="672000"/>
                </a:cubicBezTo>
                <a:lnTo>
                  <a:pt x="69821" y="672000"/>
                </a:lnTo>
                <a:cubicBezTo>
                  <a:pt x="31260" y="672000"/>
                  <a:pt x="0" y="640740"/>
                  <a:pt x="0" y="602179"/>
                </a:cubicBezTo>
                <a:lnTo>
                  <a:pt x="0" y="69821"/>
                </a:lnTo>
                <a:cubicBezTo>
                  <a:pt x="0" y="31286"/>
                  <a:pt x="31286" y="0"/>
                  <a:pt x="69821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3" y="3368727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69818" y="0"/>
                </a:moveTo>
                <a:cubicBezTo>
                  <a:pt x="108352" y="0"/>
                  <a:pt x="139636" y="31284"/>
                  <a:pt x="139636" y="69818"/>
                </a:cubicBezTo>
                <a:cubicBezTo>
                  <a:pt x="139636" y="108352"/>
                  <a:pt x="108352" y="139636"/>
                  <a:pt x="69818" y="139636"/>
                </a:cubicBezTo>
                <a:cubicBezTo>
                  <a:pt x="31284" y="139636"/>
                  <a:pt x="0" y="108352"/>
                  <a:pt x="0" y="69818"/>
                </a:cubicBezTo>
                <a:cubicBezTo>
                  <a:pt x="0" y="31284"/>
                  <a:pt x="31284" y="0"/>
                  <a:pt x="69818" y="0"/>
                </a:cubicBezTo>
                <a:close/>
                <a:moveTo>
                  <a:pt x="63273" y="32727"/>
                </a:moveTo>
                <a:lnTo>
                  <a:pt x="63273" y="69818"/>
                </a:lnTo>
                <a:cubicBezTo>
                  <a:pt x="63273" y="72000"/>
                  <a:pt x="64364" y="74045"/>
                  <a:pt x="66191" y="75273"/>
                </a:cubicBezTo>
                <a:lnTo>
                  <a:pt x="92373" y="92727"/>
                </a:lnTo>
                <a:cubicBezTo>
                  <a:pt x="95373" y="94745"/>
                  <a:pt x="99436" y="93927"/>
                  <a:pt x="101455" y="90900"/>
                </a:cubicBezTo>
                <a:cubicBezTo>
                  <a:pt x="103473" y="87873"/>
                  <a:pt x="102655" y="83836"/>
                  <a:pt x="99627" y="81818"/>
                </a:cubicBezTo>
                <a:lnTo>
                  <a:pt x="76364" y="66327"/>
                </a:lnTo>
                <a:lnTo>
                  <a:pt x="76364" y="32727"/>
                </a:lnTo>
                <a:cubicBezTo>
                  <a:pt x="76364" y="29100"/>
                  <a:pt x="73445" y="26182"/>
                  <a:pt x="69818" y="26182"/>
                </a:cubicBezTo>
                <a:cubicBezTo>
                  <a:pt x="66191" y="26182"/>
                  <a:pt x="63273" y="29100"/>
                  <a:pt x="63273" y="32727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46" name="Text 44"/>
          <p:cNvSpPr/>
          <p:nvPr/>
        </p:nvSpPr>
        <p:spPr>
          <a:xfrm>
            <a:off x="6673432" y="3333818"/>
            <a:ext cx="97745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8 Scope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9068" y="3613091"/>
            <a:ext cx="5218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 story points committed, pending analytics scope decision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1614" y="4193455"/>
            <a:ext cx="5672727" cy="2050909"/>
          </a:xfrm>
          <a:custGeom>
            <a:avLst/>
            <a:gdLst/>
            <a:ahLst/>
            <a:cxnLst/>
            <a:rect l="l" t="t" r="r" b="b"/>
            <a:pathLst>
              <a:path w="5672727" h="2050909">
                <a:moveTo>
                  <a:pt x="104719" y="0"/>
                </a:moveTo>
                <a:lnTo>
                  <a:pt x="5568008" y="0"/>
                </a:lnTo>
                <a:cubicBezTo>
                  <a:pt x="5625843" y="0"/>
                  <a:pt x="5672727" y="46884"/>
                  <a:pt x="5672727" y="104719"/>
                </a:cubicBezTo>
                <a:lnTo>
                  <a:pt x="5672727" y="1946190"/>
                </a:lnTo>
                <a:cubicBezTo>
                  <a:pt x="5672727" y="2004025"/>
                  <a:pt x="5625843" y="2050909"/>
                  <a:pt x="5568008" y="2050909"/>
                </a:cubicBezTo>
                <a:lnTo>
                  <a:pt x="104719" y="2050909"/>
                </a:lnTo>
                <a:cubicBezTo>
                  <a:pt x="46884" y="2050909"/>
                  <a:pt x="0" y="2004025"/>
                  <a:pt x="0" y="1946190"/>
                </a:cubicBezTo>
                <a:lnTo>
                  <a:pt x="0" y="104719"/>
                </a:lnTo>
                <a:cubicBezTo>
                  <a:pt x="0" y="46884"/>
                  <a:pt x="46884" y="0"/>
                  <a:pt x="104719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5614" y="4337455"/>
            <a:ext cx="5463273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 Focus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5614" y="4686545"/>
            <a:ext cx="5384727" cy="418909"/>
          </a:xfrm>
          <a:custGeom>
            <a:avLst/>
            <a:gdLst/>
            <a:ahLst/>
            <a:cxnLst/>
            <a:rect l="l" t="t" r="r" b="b"/>
            <a:pathLst>
              <a:path w="5384727" h="418909">
                <a:moveTo>
                  <a:pt x="69820" y="0"/>
                </a:moveTo>
                <a:lnTo>
                  <a:pt x="5314908" y="0"/>
                </a:lnTo>
                <a:cubicBezTo>
                  <a:pt x="5353442" y="0"/>
                  <a:pt x="5384727" y="31285"/>
                  <a:pt x="5384727" y="69820"/>
                </a:cubicBezTo>
                <a:lnTo>
                  <a:pt x="5384727" y="349090"/>
                </a:lnTo>
                <a:cubicBezTo>
                  <a:pt x="5384727" y="387624"/>
                  <a:pt x="5353442" y="418909"/>
                  <a:pt x="5314908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7795" y="4826182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0" y="34909"/>
                </a:moveTo>
                <a:lnTo>
                  <a:pt x="0" y="43636"/>
                </a:lnTo>
                <a:lnTo>
                  <a:pt x="139636" y="43636"/>
                </a:lnTo>
                <a:lnTo>
                  <a:pt x="139636" y="34909"/>
                </a:lnTo>
                <a:cubicBezTo>
                  <a:pt x="139636" y="25282"/>
                  <a:pt x="131809" y="17455"/>
                  <a:pt x="122182" y="17455"/>
                </a:cubicBezTo>
                <a:lnTo>
                  <a:pt x="17455" y="17455"/>
                </a:lnTo>
                <a:cubicBezTo>
                  <a:pt x="7827" y="17455"/>
                  <a:pt x="0" y="25282"/>
                  <a:pt x="0" y="34909"/>
                </a:cubicBezTo>
                <a:close/>
                <a:moveTo>
                  <a:pt x="0" y="56727"/>
                </a:moveTo>
                <a:lnTo>
                  <a:pt x="0" y="104727"/>
                </a:lnTo>
                <a:cubicBezTo>
                  <a:pt x="0" y="114355"/>
                  <a:pt x="7827" y="122182"/>
                  <a:pt x="17455" y="122182"/>
                </a:cubicBezTo>
                <a:lnTo>
                  <a:pt x="122182" y="122182"/>
                </a:lnTo>
                <a:cubicBezTo>
                  <a:pt x="131809" y="122182"/>
                  <a:pt x="139636" y="114355"/>
                  <a:pt x="139636" y="104727"/>
                </a:cubicBezTo>
                <a:lnTo>
                  <a:pt x="139636" y="56727"/>
                </a:lnTo>
                <a:lnTo>
                  <a:pt x="0" y="56727"/>
                </a:lnTo>
                <a:close/>
                <a:moveTo>
                  <a:pt x="17455" y="98182"/>
                </a:moveTo>
                <a:cubicBezTo>
                  <a:pt x="17455" y="94555"/>
                  <a:pt x="20373" y="91636"/>
                  <a:pt x="24000" y="91636"/>
                </a:cubicBezTo>
                <a:lnTo>
                  <a:pt x="37091" y="91636"/>
                </a:lnTo>
                <a:cubicBezTo>
                  <a:pt x="40718" y="91636"/>
                  <a:pt x="43636" y="94555"/>
                  <a:pt x="43636" y="98182"/>
                </a:cubicBezTo>
                <a:cubicBezTo>
                  <a:pt x="43636" y="101809"/>
                  <a:pt x="40718" y="104727"/>
                  <a:pt x="37091" y="104727"/>
                </a:cubicBezTo>
                <a:lnTo>
                  <a:pt x="24000" y="104727"/>
                </a:lnTo>
                <a:cubicBezTo>
                  <a:pt x="20373" y="104727"/>
                  <a:pt x="17455" y="101809"/>
                  <a:pt x="17455" y="98182"/>
                </a:cubicBezTo>
                <a:close/>
                <a:moveTo>
                  <a:pt x="56727" y="98182"/>
                </a:moveTo>
                <a:cubicBezTo>
                  <a:pt x="56727" y="94555"/>
                  <a:pt x="59645" y="91636"/>
                  <a:pt x="63273" y="91636"/>
                </a:cubicBezTo>
                <a:lnTo>
                  <a:pt x="80727" y="91636"/>
                </a:lnTo>
                <a:cubicBezTo>
                  <a:pt x="84355" y="91636"/>
                  <a:pt x="87273" y="94555"/>
                  <a:pt x="87273" y="98182"/>
                </a:cubicBezTo>
                <a:cubicBezTo>
                  <a:pt x="87273" y="101809"/>
                  <a:pt x="84355" y="104727"/>
                  <a:pt x="80727" y="104727"/>
                </a:cubicBezTo>
                <a:lnTo>
                  <a:pt x="63273" y="104727"/>
                </a:lnTo>
                <a:cubicBezTo>
                  <a:pt x="59645" y="104727"/>
                  <a:pt x="56727" y="101809"/>
                  <a:pt x="56727" y="9818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2" name="Text 50"/>
          <p:cNvSpPr/>
          <p:nvPr/>
        </p:nvSpPr>
        <p:spPr>
          <a:xfrm>
            <a:off x="6664705" y="4791273"/>
            <a:ext cx="1335273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wireframes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61545" y="4808727"/>
            <a:ext cx="59345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Apr 2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5614" y="5175273"/>
            <a:ext cx="5384727" cy="418909"/>
          </a:xfrm>
          <a:custGeom>
            <a:avLst/>
            <a:gdLst/>
            <a:ahLst/>
            <a:cxnLst/>
            <a:rect l="l" t="t" r="r" b="b"/>
            <a:pathLst>
              <a:path w="5384727" h="418909">
                <a:moveTo>
                  <a:pt x="69820" y="0"/>
                </a:moveTo>
                <a:lnTo>
                  <a:pt x="5314908" y="0"/>
                </a:lnTo>
                <a:cubicBezTo>
                  <a:pt x="5353442" y="0"/>
                  <a:pt x="5384727" y="31285"/>
                  <a:pt x="5384727" y="69820"/>
                </a:cubicBezTo>
                <a:lnTo>
                  <a:pt x="5384727" y="349090"/>
                </a:lnTo>
                <a:cubicBezTo>
                  <a:pt x="5384727" y="387624"/>
                  <a:pt x="5353442" y="418909"/>
                  <a:pt x="5314908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7795" y="5314909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108818" y="104782"/>
                </a:moveTo>
                <a:cubicBezTo>
                  <a:pt x="102791" y="94309"/>
                  <a:pt x="91473" y="87273"/>
                  <a:pt x="78545" y="87273"/>
                </a:cubicBezTo>
                <a:lnTo>
                  <a:pt x="61091" y="87273"/>
                </a:lnTo>
                <a:cubicBezTo>
                  <a:pt x="48164" y="87273"/>
                  <a:pt x="36845" y="94309"/>
                  <a:pt x="30818" y="104782"/>
                </a:cubicBezTo>
                <a:cubicBezTo>
                  <a:pt x="40418" y="115473"/>
                  <a:pt x="54327" y="122182"/>
                  <a:pt x="69818" y="122182"/>
                </a:cubicBezTo>
                <a:cubicBezTo>
                  <a:pt x="85309" y="122182"/>
                  <a:pt x="99218" y="115445"/>
                  <a:pt x="108818" y="104782"/>
                </a:cubicBezTo>
                <a:close/>
                <a:moveTo>
                  <a:pt x="0" y="69818"/>
                </a:moveTo>
                <a:cubicBezTo>
                  <a:pt x="0" y="31284"/>
                  <a:pt x="31284" y="0"/>
                  <a:pt x="69818" y="0"/>
                </a:cubicBezTo>
                <a:cubicBezTo>
                  <a:pt x="108352" y="0"/>
                  <a:pt x="139636" y="31284"/>
                  <a:pt x="139636" y="69818"/>
                </a:cubicBezTo>
                <a:cubicBezTo>
                  <a:pt x="139636" y="108352"/>
                  <a:pt x="108352" y="139636"/>
                  <a:pt x="69818" y="139636"/>
                </a:cubicBezTo>
                <a:cubicBezTo>
                  <a:pt x="31284" y="139636"/>
                  <a:pt x="0" y="108352"/>
                  <a:pt x="0" y="69818"/>
                </a:cubicBezTo>
                <a:close/>
                <a:moveTo>
                  <a:pt x="69818" y="74182"/>
                </a:moveTo>
                <a:cubicBezTo>
                  <a:pt x="80656" y="74182"/>
                  <a:pt x="89455" y="65383"/>
                  <a:pt x="89455" y="54545"/>
                </a:cubicBezTo>
                <a:cubicBezTo>
                  <a:pt x="89455" y="43708"/>
                  <a:pt x="80656" y="34909"/>
                  <a:pt x="69818" y="34909"/>
                </a:cubicBezTo>
                <a:cubicBezTo>
                  <a:pt x="58981" y="34909"/>
                  <a:pt x="50182" y="43708"/>
                  <a:pt x="50182" y="54545"/>
                </a:cubicBezTo>
                <a:cubicBezTo>
                  <a:pt x="50182" y="65383"/>
                  <a:pt x="58981" y="74182"/>
                  <a:pt x="69818" y="74182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56" name="Text 54"/>
          <p:cNvSpPr/>
          <p:nvPr/>
        </p:nvSpPr>
        <p:spPr>
          <a:xfrm>
            <a:off x="6664705" y="5280000"/>
            <a:ext cx="1064727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approval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060455" y="5297455"/>
            <a:ext cx="59345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Apr 3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9977" y="5668364"/>
            <a:ext cx="5376000" cy="427636"/>
          </a:xfrm>
          <a:custGeom>
            <a:avLst/>
            <a:gdLst/>
            <a:ahLst/>
            <a:cxnLst/>
            <a:rect l="l" t="t" r="r" b="b"/>
            <a:pathLst>
              <a:path w="5376000" h="427636">
                <a:moveTo>
                  <a:pt x="69820" y="0"/>
                </a:moveTo>
                <a:lnTo>
                  <a:pt x="5306180" y="0"/>
                </a:lnTo>
                <a:cubicBezTo>
                  <a:pt x="5344740" y="0"/>
                  <a:pt x="5376000" y="31260"/>
                  <a:pt x="5376000" y="69820"/>
                </a:cubicBezTo>
                <a:lnTo>
                  <a:pt x="5376000" y="357816"/>
                </a:lnTo>
                <a:cubicBezTo>
                  <a:pt x="5376000" y="396377"/>
                  <a:pt x="5344740" y="427636"/>
                  <a:pt x="5306180" y="427636"/>
                </a:cubicBezTo>
                <a:lnTo>
                  <a:pt x="69820" y="427636"/>
                </a:lnTo>
                <a:cubicBezTo>
                  <a:pt x="31260" y="427636"/>
                  <a:pt x="0" y="396377"/>
                  <a:pt x="0" y="357816"/>
                </a:cubicBezTo>
                <a:lnTo>
                  <a:pt x="0" y="69820"/>
                </a:lnTo>
                <a:cubicBezTo>
                  <a:pt x="0" y="31285"/>
                  <a:pt x="31285" y="0"/>
                  <a:pt x="69820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12700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55250" y="5812364"/>
            <a:ext cx="122182" cy="139636"/>
          </a:xfrm>
          <a:custGeom>
            <a:avLst/>
            <a:gdLst/>
            <a:ahLst/>
            <a:cxnLst/>
            <a:rect l="l" t="t" r="r" b="b"/>
            <a:pathLst>
              <a:path w="122182" h="139636">
                <a:moveTo>
                  <a:pt x="122182" y="56127"/>
                </a:moveTo>
                <a:cubicBezTo>
                  <a:pt x="118145" y="58800"/>
                  <a:pt x="113509" y="60955"/>
                  <a:pt x="108682" y="62673"/>
                </a:cubicBezTo>
                <a:cubicBezTo>
                  <a:pt x="95864" y="67255"/>
                  <a:pt x="79036" y="69818"/>
                  <a:pt x="61091" y="69818"/>
                </a:cubicBezTo>
                <a:cubicBezTo>
                  <a:pt x="43145" y="69818"/>
                  <a:pt x="26291" y="67227"/>
                  <a:pt x="13500" y="62673"/>
                </a:cubicBezTo>
                <a:cubicBezTo>
                  <a:pt x="8700" y="60955"/>
                  <a:pt x="4036" y="58800"/>
                  <a:pt x="0" y="56127"/>
                </a:cubicBezTo>
                <a:lnTo>
                  <a:pt x="0" y="78545"/>
                </a:lnTo>
                <a:cubicBezTo>
                  <a:pt x="0" y="90600"/>
                  <a:pt x="27355" y="100364"/>
                  <a:pt x="61091" y="100364"/>
                </a:cubicBezTo>
                <a:cubicBezTo>
                  <a:pt x="94827" y="100364"/>
                  <a:pt x="122182" y="90600"/>
                  <a:pt x="122182" y="78545"/>
                </a:cubicBezTo>
                <a:lnTo>
                  <a:pt x="122182" y="56127"/>
                </a:lnTo>
                <a:close/>
                <a:moveTo>
                  <a:pt x="122182" y="34909"/>
                </a:moveTo>
                <a:lnTo>
                  <a:pt x="122182" y="21818"/>
                </a:lnTo>
                <a:cubicBezTo>
                  <a:pt x="122182" y="9764"/>
                  <a:pt x="94827" y="0"/>
                  <a:pt x="61091" y="0"/>
                </a:cubicBezTo>
                <a:cubicBezTo>
                  <a:pt x="27355" y="0"/>
                  <a:pt x="0" y="9764"/>
                  <a:pt x="0" y="21818"/>
                </a:cubicBezTo>
                <a:lnTo>
                  <a:pt x="0" y="34909"/>
                </a:lnTo>
                <a:cubicBezTo>
                  <a:pt x="0" y="46964"/>
                  <a:pt x="27355" y="56727"/>
                  <a:pt x="61091" y="56727"/>
                </a:cubicBezTo>
                <a:cubicBezTo>
                  <a:pt x="94827" y="56727"/>
                  <a:pt x="122182" y="46964"/>
                  <a:pt x="122182" y="34909"/>
                </a:cubicBezTo>
                <a:close/>
                <a:moveTo>
                  <a:pt x="108682" y="106309"/>
                </a:moveTo>
                <a:cubicBezTo>
                  <a:pt x="95891" y="110864"/>
                  <a:pt x="79064" y="113455"/>
                  <a:pt x="61091" y="113455"/>
                </a:cubicBezTo>
                <a:cubicBezTo>
                  <a:pt x="43118" y="113455"/>
                  <a:pt x="26291" y="110864"/>
                  <a:pt x="13500" y="106309"/>
                </a:cubicBezTo>
                <a:cubicBezTo>
                  <a:pt x="8700" y="104591"/>
                  <a:pt x="4036" y="102436"/>
                  <a:pt x="0" y="99764"/>
                </a:cubicBezTo>
                <a:lnTo>
                  <a:pt x="0" y="117818"/>
                </a:lnTo>
                <a:cubicBezTo>
                  <a:pt x="0" y="129873"/>
                  <a:pt x="27355" y="139636"/>
                  <a:pt x="61091" y="139636"/>
                </a:cubicBezTo>
                <a:cubicBezTo>
                  <a:pt x="94827" y="139636"/>
                  <a:pt x="122182" y="129873"/>
                  <a:pt x="122182" y="117818"/>
                </a:cubicBezTo>
                <a:lnTo>
                  <a:pt x="122182" y="99764"/>
                </a:lnTo>
                <a:cubicBezTo>
                  <a:pt x="118145" y="102436"/>
                  <a:pt x="113509" y="104591"/>
                  <a:pt x="108682" y="106309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60" name="Text 58"/>
          <p:cNvSpPr/>
          <p:nvPr/>
        </p:nvSpPr>
        <p:spPr>
          <a:xfrm>
            <a:off x="6673432" y="5777455"/>
            <a:ext cx="1588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scope decision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074909" y="5794909"/>
            <a:ext cx="567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Apr 1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71614" y="6392727"/>
            <a:ext cx="5672727" cy="462545"/>
          </a:xfrm>
          <a:custGeom>
            <a:avLst/>
            <a:gdLst/>
            <a:ahLst/>
            <a:cxnLst/>
            <a:rect l="l" t="t" r="r" b="b"/>
            <a:pathLst>
              <a:path w="5672727" h="462545">
                <a:moveTo>
                  <a:pt x="104730" y="0"/>
                </a:moveTo>
                <a:lnTo>
                  <a:pt x="5567998" y="0"/>
                </a:lnTo>
                <a:cubicBezTo>
                  <a:pt x="5625838" y="0"/>
                  <a:pt x="5672727" y="46889"/>
                  <a:pt x="5672727" y="104730"/>
                </a:cubicBezTo>
                <a:lnTo>
                  <a:pt x="5672727" y="357816"/>
                </a:lnTo>
                <a:cubicBezTo>
                  <a:pt x="5672727" y="415656"/>
                  <a:pt x="5625838" y="462545"/>
                  <a:pt x="5567998" y="462545"/>
                </a:cubicBezTo>
                <a:lnTo>
                  <a:pt x="104730" y="462545"/>
                </a:lnTo>
                <a:cubicBezTo>
                  <a:pt x="46889" y="462545"/>
                  <a:pt x="0" y="415656"/>
                  <a:pt x="0" y="357816"/>
                </a:cubicBezTo>
                <a:lnTo>
                  <a:pt x="0" y="104730"/>
                </a:lnTo>
                <a:cubicBezTo>
                  <a:pt x="0" y="46928"/>
                  <a:pt x="46928" y="0"/>
                  <a:pt x="104730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 w="1270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80705" y="6519273"/>
            <a:ext cx="837818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9E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Review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926750" y="6501818"/>
            <a:ext cx="881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7,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c4d1f330392110997bd9d4121a3c520dd35963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0296" r="1029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A86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3563" y="1071563"/>
            <a:ext cx="904875" cy="904875"/>
          </a:xfrm>
          <a:custGeom>
            <a:avLst/>
            <a:gdLst/>
            <a:ahLst/>
            <a:cxnLst/>
            <a:rect l="l" t="t" r="r" b="b"/>
            <a:pathLst>
              <a:path w="904875" h="904875">
                <a:moveTo>
                  <a:pt x="452438" y="0"/>
                </a:moveTo>
                <a:lnTo>
                  <a:pt x="452438" y="0"/>
                </a:lnTo>
                <a:cubicBezTo>
                  <a:pt x="702145" y="0"/>
                  <a:pt x="904875" y="202730"/>
                  <a:pt x="904875" y="452438"/>
                </a:cubicBezTo>
                <a:lnTo>
                  <a:pt x="904875" y="452438"/>
                </a:lnTo>
                <a:cubicBezTo>
                  <a:pt x="904875" y="702145"/>
                  <a:pt x="702145" y="904875"/>
                  <a:pt x="452438" y="904875"/>
                </a:cubicBezTo>
                <a:lnTo>
                  <a:pt x="452438" y="904875"/>
                </a:lnTo>
                <a:cubicBezTo>
                  <a:pt x="202730" y="904875"/>
                  <a:pt x="0" y="702145"/>
                  <a:pt x="0" y="452438"/>
                </a:cubicBezTo>
                <a:lnTo>
                  <a:pt x="0" y="452438"/>
                </a:lnTo>
                <a:cubicBezTo>
                  <a:pt x="0" y="202730"/>
                  <a:pt x="202730" y="0"/>
                  <a:pt x="452437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270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400" y="129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Text 3"/>
          <p:cNvSpPr/>
          <p:nvPr/>
        </p:nvSpPr>
        <p:spPr>
          <a:xfrm>
            <a:off x="4627811" y="2209800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933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Text 5"/>
          <p:cNvSpPr/>
          <p:nvPr/>
        </p:nvSpPr>
        <p:spPr>
          <a:xfrm>
            <a:off x="4713536" y="320040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8E9E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67955" y="3814763"/>
            <a:ext cx="2190750" cy="1400175"/>
          </a:xfrm>
          <a:custGeom>
            <a:avLst/>
            <a:gdLst/>
            <a:ahLst/>
            <a:cxnLst/>
            <a:rect l="l" t="t" r="r" b="b"/>
            <a:pathLst>
              <a:path w="2190750" h="1400175">
                <a:moveTo>
                  <a:pt x="114296" y="0"/>
                </a:moveTo>
                <a:lnTo>
                  <a:pt x="2076454" y="0"/>
                </a:lnTo>
                <a:cubicBezTo>
                  <a:pt x="2139536" y="0"/>
                  <a:pt x="2190750" y="51214"/>
                  <a:pt x="2190750" y="114296"/>
                </a:cubicBezTo>
                <a:lnTo>
                  <a:pt x="2190750" y="1285879"/>
                </a:lnTo>
                <a:cubicBezTo>
                  <a:pt x="2190750" y="1348961"/>
                  <a:pt x="2139536" y="1400175"/>
                  <a:pt x="207645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1961" y="40481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35719" y="133945"/>
                </a:moveTo>
                <a:lnTo>
                  <a:pt x="35719" y="151805"/>
                </a:lnTo>
                <a:cubicBezTo>
                  <a:pt x="35719" y="156716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56716"/>
                  <a:pt x="71438" y="151805"/>
                </a:cubicBezTo>
                <a:lnTo>
                  <a:pt x="71438" y="133945"/>
                </a:lnTo>
                <a:cubicBezTo>
                  <a:pt x="71438" y="129034"/>
                  <a:pt x="67419" y="125016"/>
                  <a:pt x="62508" y="125016"/>
                </a:cubicBezTo>
                <a:lnTo>
                  <a:pt x="44648" y="125016"/>
                </a:lnTo>
                <a:cubicBezTo>
                  <a:pt x="39737" y="125016"/>
                  <a:pt x="35719" y="129034"/>
                  <a:pt x="35719" y="133945"/>
                </a:cubicBezTo>
                <a:close/>
                <a:moveTo>
                  <a:pt x="107156" y="133945"/>
                </a:moveTo>
                <a:lnTo>
                  <a:pt x="107156" y="151805"/>
                </a:lnTo>
                <a:cubicBezTo>
                  <a:pt x="107156" y="156716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38857" y="125016"/>
                  <a:pt x="133945" y="125016"/>
                </a:cubicBezTo>
                <a:lnTo>
                  <a:pt x="116086" y="125016"/>
                </a:lnTo>
                <a:cubicBezTo>
                  <a:pt x="111175" y="125016"/>
                  <a:pt x="107156" y="129034"/>
                  <a:pt x="107156" y="133945"/>
                </a:cubicBezTo>
                <a:close/>
                <a:moveTo>
                  <a:pt x="187523" y="125016"/>
                </a:moveTo>
                <a:cubicBezTo>
                  <a:pt x="182612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56716"/>
                  <a:pt x="214313" y="151805"/>
                </a:cubicBezTo>
                <a:lnTo>
                  <a:pt x="214313" y="133945"/>
                </a:lnTo>
                <a:cubicBezTo>
                  <a:pt x="214313" y="129034"/>
                  <a:pt x="210294" y="125016"/>
                  <a:pt x="205383" y="125016"/>
                </a:cubicBezTo>
                <a:lnTo>
                  <a:pt x="187523" y="125016"/>
                </a:lnTo>
                <a:close/>
                <a:moveTo>
                  <a:pt x="35719" y="205383"/>
                </a:move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62508" y="232172"/>
                </a:lnTo>
                <a:cubicBezTo>
                  <a:pt x="67419" y="232172"/>
                  <a:pt x="71438" y="228154"/>
                  <a:pt x="71438" y="223242"/>
                </a:cubicBezTo>
                <a:lnTo>
                  <a:pt x="71438" y="205383"/>
                </a:lnTo>
                <a:cubicBezTo>
                  <a:pt x="71438" y="200471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200471"/>
                  <a:pt x="35719" y="205383"/>
                </a:cubicBezTo>
                <a:close/>
                <a:moveTo>
                  <a:pt x="116086" y="196453"/>
                </a:moveTo>
                <a:cubicBezTo>
                  <a:pt x="111175" y="196453"/>
                  <a:pt x="107156" y="200471"/>
                  <a:pt x="107156" y="205383"/>
                </a:cubicBezTo>
                <a:lnTo>
                  <a:pt x="107156" y="223242"/>
                </a:lnTo>
                <a:cubicBezTo>
                  <a:pt x="107156" y="228154"/>
                  <a:pt x="111175" y="232172"/>
                  <a:pt x="116086" y="232172"/>
                </a:cubicBezTo>
                <a:lnTo>
                  <a:pt x="133945" y="232172"/>
                </a:lnTo>
                <a:cubicBezTo>
                  <a:pt x="138857" y="232172"/>
                  <a:pt x="142875" y="228154"/>
                  <a:pt x="142875" y="223242"/>
                </a:cubicBezTo>
                <a:lnTo>
                  <a:pt x="142875" y="205383"/>
                </a:lnTo>
                <a:cubicBezTo>
                  <a:pt x="142875" y="200471"/>
                  <a:pt x="138857" y="196453"/>
                  <a:pt x="133945" y="196453"/>
                </a:cubicBezTo>
                <a:lnTo>
                  <a:pt x="116086" y="196453"/>
                </a:lnTo>
                <a:close/>
                <a:moveTo>
                  <a:pt x="178594" y="205383"/>
                </a:moveTo>
                <a:lnTo>
                  <a:pt x="178594" y="223242"/>
                </a:lnTo>
                <a:cubicBezTo>
                  <a:pt x="178594" y="228154"/>
                  <a:pt x="182612" y="232172"/>
                  <a:pt x="187523" y="232172"/>
                </a:cubicBezTo>
                <a:lnTo>
                  <a:pt x="205383" y="232172"/>
                </a:lnTo>
                <a:cubicBezTo>
                  <a:pt x="210294" y="232172"/>
                  <a:pt x="214313" y="228154"/>
                  <a:pt x="214313" y="223242"/>
                </a:cubicBezTo>
                <a:lnTo>
                  <a:pt x="214313" y="205383"/>
                </a:lnTo>
                <a:cubicBezTo>
                  <a:pt x="214313" y="200471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200471"/>
                  <a:pt x="178594" y="20538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8"/>
          <p:cNvSpPr/>
          <p:nvPr/>
        </p:nvSpPr>
        <p:spPr>
          <a:xfrm>
            <a:off x="2763217" y="444817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Review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53692" y="4714875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 7,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99360" y="3814763"/>
            <a:ext cx="2190750" cy="1400175"/>
          </a:xfrm>
          <a:custGeom>
            <a:avLst/>
            <a:gdLst/>
            <a:ahLst/>
            <a:cxnLst/>
            <a:rect l="l" t="t" r="r" b="b"/>
            <a:pathLst>
              <a:path w="2190750" h="1400175">
                <a:moveTo>
                  <a:pt x="114296" y="0"/>
                </a:moveTo>
                <a:lnTo>
                  <a:pt x="2076454" y="0"/>
                </a:lnTo>
                <a:cubicBezTo>
                  <a:pt x="2139536" y="0"/>
                  <a:pt x="2190750" y="51214"/>
                  <a:pt x="2190750" y="114296"/>
                </a:cubicBezTo>
                <a:lnTo>
                  <a:pt x="2190750" y="1285879"/>
                </a:lnTo>
                <a:cubicBezTo>
                  <a:pt x="2190750" y="1348961"/>
                  <a:pt x="2139536" y="1400175"/>
                  <a:pt x="207645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55506" y="4048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5" name="Text 12"/>
          <p:cNvSpPr/>
          <p:nvPr/>
        </p:nvSpPr>
        <p:spPr>
          <a:xfrm>
            <a:off x="5194622" y="444817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Meeting Time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85097" y="4714875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10:00 AM PST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30765" y="3814763"/>
            <a:ext cx="2190750" cy="1400175"/>
          </a:xfrm>
          <a:custGeom>
            <a:avLst/>
            <a:gdLst/>
            <a:ahLst/>
            <a:cxnLst/>
            <a:rect l="l" t="t" r="r" b="b"/>
            <a:pathLst>
              <a:path w="2190750" h="1400175">
                <a:moveTo>
                  <a:pt x="114296" y="0"/>
                </a:moveTo>
                <a:lnTo>
                  <a:pt x="2076454" y="0"/>
                </a:lnTo>
                <a:cubicBezTo>
                  <a:pt x="2139536" y="0"/>
                  <a:pt x="2190750" y="51214"/>
                  <a:pt x="2190750" y="114296"/>
                </a:cubicBezTo>
                <a:lnTo>
                  <a:pt x="2190750" y="1285879"/>
                </a:lnTo>
                <a:cubicBezTo>
                  <a:pt x="2190750" y="1348961"/>
                  <a:pt x="2139536" y="1400175"/>
                  <a:pt x="207645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059">
              <a:alpha val="14902"/>
            </a:srgbClr>
          </a:solidFill>
          <a:ln w="12700">
            <a:solidFill>
              <a:srgbClr val="4A5059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69052" y="40481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35719"/>
                </a:moveTo>
                <a:cubicBezTo>
                  <a:pt x="33877" y="35719"/>
                  <a:pt x="17859" y="51736"/>
                  <a:pt x="17859" y="71438"/>
                </a:cubicBezTo>
                <a:lnTo>
                  <a:pt x="17859" y="214313"/>
                </a:lnTo>
                <a:cubicBezTo>
                  <a:pt x="17859" y="234014"/>
                  <a:pt x="33877" y="250031"/>
                  <a:pt x="53578" y="250031"/>
                </a:cubicBezTo>
                <a:lnTo>
                  <a:pt x="196453" y="250031"/>
                </a:lnTo>
                <a:cubicBezTo>
                  <a:pt x="216154" y="250031"/>
                  <a:pt x="232172" y="234014"/>
                  <a:pt x="232172" y="214313"/>
                </a:cubicBezTo>
                <a:lnTo>
                  <a:pt x="232172" y="71438"/>
                </a:lnTo>
                <a:cubicBezTo>
                  <a:pt x="232172" y="51736"/>
                  <a:pt x="216154" y="35719"/>
                  <a:pt x="196453" y="35719"/>
                </a:cubicBezTo>
                <a:lnTo>
                  <a:pt x="53578" y="35719"/>
                </a:lnTo>
                <a:close/>
                <a:moveTo>
                  <a:pt x="258961" y="187523"/>
                </a:moveTo>
                <a:lnTo>
                  <a:pt x="299982" y="220340"/>
                </a:lnTo>
                <a:cubicBezTo>
                  <a:pt x="302326" y="222238"/>
                  <a:pt x="305228" y="223242"/>
                  <a:pt x="308242" y="223242"/>
                </a:cubicBezTo>
                <a:cubicBezTo>
                  <a:pt x="315553" y="223242"/>
                  <a:pt x="321469" y="217326"/>
                  <a:pt x="321469" y="210015"/>
                </a:cubicBezTo>
                <a:lnTo>
                  <a:pt x="321469" y="75735"/>
                </a:lnTo>
                <a:cubicBezTo>
                  <a:pt x="321469" y="68424"/>
                  <a:pt x="315553" y="62508"/>
                  <a:pt x="308242" y="62508"/>
                </a:cubicBezTo>
                <a:cubicBezTo>
                  <a:pt x="305228" y="62508"/>
                  <a:pt x="302326" y="63512"/>
                  <a:pt x="299982" y="65410"/>
                </a:cubicBezTo>
                <a:lnTo>
                  <a:pt x="258961" y="98227"/>
                </a:lnTo>
                <a:lnTo>
                  <a:pt x="258961" y="187523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9" name="Text 16"/>
          <p:cNvSpPr/>
          <p:nvPr/>
        </p:nvSpPr>
        <p:spPr>
          <a:xfrm>
            <a:off x="7626028" y="444817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16503" y="4714875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Zoom / Conf Room B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62066" y="5600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896"/>
          </a:solidFill>
          <a:ln/>
        </p:spPr>
      </p:sp>
      <p:sp>
        <p:nvSpPr>
          <p:cNvPr id="22" name="Text 19"/>
          <p:cNvSpPr/>
          <p:nvPr/>
        </p:nvSpPr>
        <p:spPr>
          <a:xfrm>
            <a:off x="5047804" y="5524500"/>
            <a:ext cx="232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C8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action items tracked in Jira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Product Review</dc:title>
  <dc:subject>Weekly Product Review</dc:subject>
  <dc:creator>Kimi</dc:creator>
  <cp:lastModifiedBy>Kimi</cp:lastModifiedBy>
  <cp:revision>1</cp:revision>
  <dcterms:created xsi:type="dcterms:W3CDTF">2026-03-31T13:57:23Z</dcterms:created>
  <dcterms:modified xsi:type="dcterms:W3CDTF">2026-03-31T13:57:23Z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{"Label":"Weekly Product Review","ContentProducer":"001191110108MACG2KBH8F10000","ProduceID":"19d4424d-0d72-83fb-8000-00003c0b4404","ReservedCode1":"","ContentPropagator":"001191110108MACG2KBH8F20000","PropagateID":"19d4424d-0d72-83fb-8000-00003c0b4404","ReservedCode2":""}</vt:lpwstr>
  </property>
</Properties>
</file>