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 descr="波浪2资源 2"/>
          <p:cNvSpPr/>
          <p:nvPr userDrawn="1">
            <p:custDataLst>
              <p:tags r:id="rId2"/>
            </p:custDataLst>
          </p:nvPr>
        </p:nvSpPr>
        <p:spPr>
          <a:xfrm>
            <a:off x="6887209" y="669925"/>
            <a:ext cx="5304791" cy="6192323"/>
          </a:xfrm>
          <a:custGeom>
            <a:avLst/>
            <a:gdLst>
              <a:gd name="connsiteX0" fmla="*/ 4946557 w 5304791"/>
              <a:gd name="connsiteY0" fmla="*/ 0 h 6192323"/>
              <a:gd name="connsiteX1" fmla="*/ 5304791 w 5304791"/>
              <a:gd name="connsiteY1" fmla="*/ 0 h 6192323"/>
              <a:gd name="connsiteX2" fmla="*/ 5304791 w 5304791"/>
              <a:gd name="connsiteY2" fmla="*/ 6192323 h 6192323"/>
              <a:gd name="connsiteX3" fmla="*/ 0 w 5304791"/>
              <a:gd name="connsiteY3" fmla="*/ 6192323 h 6192323"/>
              <a:gd name="connsiteX4" fmla="*/ 0 w 5304791"/>
              <a:gd name="connsiteY4" fmla="*/ 4946212 h 6192323"/>
              <a:gd name="connsiteX5" fmla="*/ 818112 w 5304791"/>
              <a:gd name="connsiteY5" fmla="*/ 4128101 h 6192323"/>
              <a:gd name="connsiteX6" fmla="*/ 1295478 w 5304791"/>
              <a:gd name="connsiteY6" fmla="*/ 4128101 h 6192323"/>
              <a:gd name="connsiteX7" fmla="*/ 2064682 w 5304791"/>
              <a:gd name="connsiteY7" fmla="*/ 3358897 h 6192323"/>
              <a:gd name="connsiteX8" fmla="*/ 2064682 w 5304791"/>
              <a:gd name="connsiteY8" fmla="*/ 2881645 h 6192323"/>
              <a:gd name="connsiteX9" fmla="*/ 2882794 w 5304791"/>
              <a:gd name="connsiteY9" fmla="*/ 2063648 h 6192323"/>
              <a:gd name="connsiteX10" fmla="*/ 3360159 w 5304791"/>
              <a:gd name="connsiteY10" fmla="*/ 2063648 h 6192323"/>
              <a:gd name="connsiteX11" fmla="*/ 4129363 w 5304791"/>
              <a:gd name="connsiteY11" fmla="*/ 1294444 h 6192323"/>
              <a:gd name="connsiteX12" fmla="*/ 4129363 w 5304791"/>
              <a:gd name="connsiteY12" fmla="*/ 818112 h 6192323"/>
              <a:gd name="connsiteX13" fmla="*/ 4946557 w 5304791"/>
              <a:gd name="connsiteY13" fmla="*/ 0 h 6192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04791" h="6192323">
                <a:moveTo>
                  <a:pt x="4946557" y="0"/>
                </a:moveTo>
                <a:lnTo>
                  <a:pt x="5304791" y="0"/>
                </a:lnTo>
                <a:lnTo>
                  <a:pt x="5304791" y="6192323"/>
                </a:lnTo>
                <a:lnTo>
                  <a:pt x="0" y="6192323"/>
                </a:lnTo>
                <a:lnTo>
                  <a:pt x="0" y="4946212"/>
                </a:lnTo>
                <a:cubicBezTo>
                  <a:pt x="-63" y="4494356"/>
                  <a:pt x="366255" y="4128032"/>
                  <a:pt x="818112" y="4128101"/>
                </a:cubicBezTo>
                <a:lnTo>
                  <a:pt x="1295478" y="4128101"/>
                </a:lnTo>
                <a:cubicBezTo>
                  <a:pt x="1720296" y="4128101"/>
                  <a:pt x="2064682" y="3783715"/>
                  <a:pt x="2064682" y="3358897"/>
                </a:cubicBezTo>
                <a:lnTo>
                  <a:pt x="2064682" y="2881645"/>
                </a:lnTo>
                <a:cubicBezTo>
                  <a:pt x="2064682" y="2429836"/>
                  <a:pt x="2430984" y="2063580"/>
                  <a:pt x="2882794" y="2063648"/>
                </a:cubicBezTo>
                <a:lnTo>
                  <a:pt x="3360159" y="2063648"/>
                </a:lnTo>
                <a:cubicBezTo>
                  <a:pt x="3784978" y="2063648"/>
                  <a:pt x="4129363" y="1719263"/>
                  <a:pt x="4129363" y="1294444"/>
                </a:cubicBezTo>
                <a:lnTo>
                  <a:pt x="4129363" y="818112"/>
                </a:lnTo>
                <a:cubicBezTo>
                  <a:pt x="4129295" y="366613"/>
                  <a:pt x="4495057" y="444"/>
                  <a:pt x="4946557" y="0"/>
                </a:cubicBezTo>
                <a:close/>
              </a:path>
            </a:pathLst>
          </a:custGeom>
          <a:solidFill>
            <a:schemeClr val="accent1"/>
          </a:solidFill>
          <a:ln w="114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椭圆 8"/>
          <p:cNvSpPr/>
          <p:nvPr userDrawn="1">
            <p:custDataLst>
              <p:tags r:id="rId3"/>
            </p:custDataLst>
          </p:nvPr>
        </p:nvSpPr>
        <p:spPr>
          <a:xfrm>
            <a:off x="6767195" y="4498975"/>
            <a:ext cx="1087755" cy="1087755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>
            <p:custDataLst>
              <p:tags r:id="rId4"/>
            </p:custDataLst>
          </p:nvPr>
        </p:nvSpPr>
        <p:spPr>
          <a:xfrm>
            <a:off x="6614795" y="4346575"/>
            <a:ext cx="1393190" cy="1393190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6464300" y="4196080"/>
            <a:ext cx="1694180" cy="1694180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6318250" y="4050030"/>
            <a:ext cx="1986280" cy="1986280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>
            <p:custDataLst>
              <p:tags r:id="rId7"/>
            </p:custDataLst>
          </p:nvPr>
        </p:nvSpPr>
        <p:spPr>
          <a:xfrm>
            <a:off x="6158865" y="3890645"/>
            <a:ext cx="2304415" cy="2304415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>
            <p:custDataLst>
              <p:tags r:id="rId8"/>
            </p:custDataLst>
          </p:nvPr>
        </p:nvGrpSpPr>
        <p:grpSpPr>
          <a:xfrm rot="5400000">
            <a:off x="1183958" y="384810"/>
            <a:ext cx="328295" cy="850900"/>
            <a:chOff x="8651" y="7205"/>
            <a:chExt cx="807" cy="2089"/>
          </a:xfrm>
          <a:solidFill>
            <a:schemeClr val="accent5"/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8651" y="9115"/>
              <a:ext cx="806" cy="179"/>
              <a:chOff x="8651" y="9544"/>
              <a:chExt cx="806" cy="179"/>
            </a:xfrm>
            <a:grpFill/>
          </p:grpSpPr>
          <p:sp>
            <p:nvSpPr>
              <p:cNvPr id="30" name="椭圆 29"/>
              <p:cNvSpPr>
                <a:spLocks noChangeAspect="1"/>
              </p:cNvSpPr>
              <p:nvPr>
                <p:custDataLst>
                  <p:tags r:id="rId9"/>
                </p:custDataLst>
              </p:nvPr>
            </p:nvSpPr>
            <p:spPr>
              <a:xfrm rot="5400000" flipH="1">
                <a:off x="9278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>
                <a:spLocks noChangeAspect="1"/>
              </p:cNvSpPr>
              <p:nvPr>
                <p:custDataLst>
                  <p:tags r:id="rId10"/>
                </p:custDataLst>
              </p:nvPr>
            </p:nvSpPr>
            <p:spPr>
              <a:xfrm rot="5400000" flipH="1">
                <a:off x="8651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8651" y="8479"/>
              <a:ext cx="807" cy="178"/>
              <a:chOff x="8651" y="8765"/>
              <a:chExt cx="807" cy="178"/>
            </a:xfrm>
            <a:grpFill/>
          </p:grpSpPr>
          <p:sp>
            <p:nvSpPr>
              <p:cNvPr id="28" name="椭圆 27"/>
              <p:cNvSpPr>
                <a:spLocks noChangeAspect="1"/>
              </p:cNvSpPr>
              <p:nvPr>
                <p:custDataLst>
                  <p:tags r:id="rId11"/>
                </p:custDataLst>
              </p:nvPr>
            </p:nvSpPr>
            <p:spPr>
              <a:xfrm rot="5400000" flipH="1">
                <a:off x="9279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>
                <a:spLocks noChangeAspect="1"/>
              </p:cNvSpPr>
              <p:nvPr>
                <p:custDataLst>
                  <p:tags r:id="rId12"/>
                </p:custDataLst>
              </p:nvPr>
            </p:nvSpPr>
            <p:spPr>
              <a:xfrm rot="5400000" flipH="1">
                <a:off x="8651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8651" y="7842"/>
              <a:ext cx="807" cy="178"/>
              <a:chOff x="8651" y="7985"/>
              <a:chExt cx="807" cy="178"/>
            </a:xfrm>
            <a:grpFill/>
          </p:grpSpPr>
          <p:sp>
            <p:nvSpPr>
              <p:cNvPr id="26" name="椭圆 25"/>
              <p:cNvSpPr>
                <a:spLocks noChangeAspect="1"/>
              </p:cNvSpPr>
              <p:nvPr>
                <p:custDataLst>
                  <p:tags r:id="rId13"/>
                </p:custDataLst>
              </p:nvPr>
            </p:nvSpPr>
            <p:spPr>
              <a:xfrm rot="5400000" flipH="1">
                <a:off x="9279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>
                <a:spLocks noChangeAspect="1"/>
              </p:cNvSpPr>
              <p:nvPr>
                <p:custDataLst>
                  <p:tags r:id="rId14"/>
                </p:custDataLst>
              </p:nvPr>
            </p:nvSpPr>
            <p:spPr>
              <a:xfrm rot="5400000" flipH="1">
                <a:off x="8651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8651" y="7205"/>
              <a:ext cx="807" cy="178"/>
              <a:chOff x="8651" y="7205"/>
              <a:chExt cx="807" cy="178"/>
            </a:xfrm>
            <a:grpFill/>
          </p:grpSpPr>
          <p:sp>
            <p:nvSpPr>
              <p:cNvPr id="23" name="椭圆 22"/>
              <p:cNvSpPr>
                <a:spLocks noChangeAspect="1"/>
              </p:cNvSpPr>
              <p:nvPr>
                <p:custDataLst>
                  <p:tags r:id="rId15"/>
                </p:custDataLst>
              </p:nvPr>
            </p:nvSpPr>
            <p:spPr>
              <a:xfrm rot="5400000" flipH="1">
                <a:off x="9279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>
              <a:xfrm rot="5400000" flipH="1">
                <a:off x="8651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2" name="任意多边形: 形状 31" descr="波浪1资源 1"/>
          <p:cNvSpPr/>
          <p:nvPr userDrawn="1">
            <p:custDataLst>
              <p:tags r:id="rId17"/>
            </p:custDataLst>
          </p:nvPr>
        </p:nvSpPr>
        <p:spPr>
          <a:xfrm>
            <a:off x="9172576" y="2862604"/>
            <a:ext cx="3019425" cy="3993396"/>
          </a:xfrm>
          <a:custGeom>
            <a:avLst/>
            <a:gdLst>
              <a:gd name="connsiteX0" fmla="*/ 3019425 w 3019425"/>
              <a:gd name="connsiteY0" fmla="*/ 0 h 3993396"/>
              <a:gd name="connsiteX1" fmla="*/ 3019425 w 3019425"/>
              <a:gd name="connsiteY1" fmla="*/ 3993396 h 3993396"/>
              <a:gd name="connsiteX2" fmla="*/ 0 w 3019425"/>
              <a:gd name="connsiteY2" fmla="*/ 3993396 h 3993396"/>
              <a:gd name="connsiteX3" fmla="*/ 0 w 3019425"/>
              <a:gd name="connsiteY3" fmla="*/ 3117146 h 3993396"/>
              <a:gd name="connsiteX4" fmla="*/ 460299 w 3019425"/>
              <a:gd name="connsiteY4" fmla="*/ 2656847 h 3993396"/>
              <a:gd name="connsiteX5" fmla="*/ 876250 w 3019425"/>
              <a:gd name="connsiteY5" fmla="*/ 2656847 h 3993396"/>
              <a:gd name="connsiteX6" fmla="*/ 1336549 w 3019425"/>
              <a:gd name="connsiteY6" fmla="*/ 2196783 h 3993396"/>
              <a:gd name="connsiteX7" fmla="*/ 1336549 w 3019425"/>
              <a:gd name="connsiteY7" fmla="*/ 2196666 h 3993396"/>
              <a:gd name="connsiteX8" fmla="*/ 1336549 w 3019425"/>
              <a:gd name="connsiteY8" fmla="*/ 1780714 h 3993396"/>
              <a:gd name="connsiteX9" fmla="*/ 1796731 w 3019425"/>
              <a:gd name="connsiteY9" fmla="*/ 1320415 h 3993396"/>
              <a:gd name="connsiteX10" fmla="*/ 2212800 w 3019425"/>
              <a:gd name="connsiteY10" fmla="*/ 1320415 h 3993396"/>
              <a:gd name="connsiteX11" fmla="*/ 2672981 w 3019425"/>
              <a:gd name="connsiteY11" fmla="*/ 860234 h 3993396"/>
              <a:gd name="connsiteX12" fmla="*/ 2672981 w 3019425"/>
              <a:gd name="connsiteY12" fmla="*/ 860116 h 3993396"/>
              <a:gd name="connsiteX13" fmla="*/ 2672981 w 3019425"/>
              <a:gd name="connsiteY13" fmla="*/ 444400 h 3993396"/>
              <a:gd name="connsiteX14" fmla="*/ 2954111 w 3019425"/>
              <a:gd name="connsiteY14" fmla="*/ 20274 h 3993396"/>
              <a:gd name="connsiteX15" fmla="*/ 3019425 w 3019425"/>
              <a:gd name="connsiteY15" fmla="*/ 0 h 39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19425" h="3993396">
                <a:moveTo>
                  <a:pt x="3019425" y="0"/>
                </a:moveTo>
                <a:lnTo>
                  <a:pt x="3019425" y="3993396"/>
                </a:lnTo>
                <a:lnTo>
                  <a:pt x="0" y="3993396"/>
                </a:lnTo>
                <a:lnTo>
                  <a:pt x="0" y="3117146"/>
                </a:lnTo>
                <a:cubicBezTo>
                  <a:pt x="0" y="2862930"/>
                  <a:pt x="206083" y="2656847"/>
                  <a:pt x="460299" y="2656847"/>
                </a:cubicBezTo>
                <a:lnTo>
                  <a:pt x="876250" y="2656847"/>
                </a:lnTo>
                <a:cubicBezTo>
                  <a:pt x="1130402" y="2656912"/>
                  <a:pt x="1336484" y="2450934"/>
                  <a:pt x="1336549" y="2196783"/>
                </a:cubicBezTo>
                <a:cubicBezTo>
                  <a:pt x="1336549" y="2196744"/>
                  <a:pt x="1336549" y="2196705"/>
                  <a:pt x="1336549" y="2196666"/>
                </a:cubicBezTo>
                <a:lnTo>
                  <a:pt x="1336549" y="1780714"/>
                </a:lnTo>
                <a:cubicBezTo>
                  <a:pt x="1336549" y="1526544"/>
                  <a:pt x="1542561" y="1320480"/>
                  <a:pt x="1796731" y="1320415"/>
                </a:cubicBezTo>
                <a:lnTo>
                  <a:pt x="2212800" y="1320415"/>
                </a:lnTo>
                <a:cubicBezTo>
                  <a:pt x="2466951" y="1320415"/>
                  <a:pt x="2672981" y="1114385"/>
                  <a:pt x="2672981" y="860234"/>
                </a:cubicBezTo>
                <a:cubicBezTo>
                  <a:pt x="2672981" y="860195"/>
                  <a:pt x="2672981" y="860155"/>
                  <a:pt x="2672981" y="860116"/>
                </a:cubicBezTo>
                <a:lnTo>
                  <a:pt x="2672981" y="444400"/>
                </a:lnTo>
                <a:cubicBezTo>
                  <a:pt x="2672981" y="253738"/>
                  <a:pt x="2788903" y="90151"/>
                  <a:pt x="2954111" y="20274"/>
                </a:cubicBezTo>
                <a:lnTo>
                  <a:pt x="3019425" y="0"/>
                </a:lnTo>
                <a:close/>
              </a:path>
            </a:pathLst>
          </a:custGeom>
          <a:solidFill>
            <a:schemeClr val="accent4"/>
          </a:solidFill>
          <a:ln w="1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33" name="组合 32"/>
          <p:cNvGrpSpPr/>
          <p:nvPr userDrawn="1">
            <p:custDataLst>
              <p:tags r:id="rId18"/>
            </p:custDataLst>
          </p:nvPr>
        </p:nvGrpSpPr>
        <p:grpSpPr>
          <a:xfrm>
            <a:off x="3089660" y="0"/>
            <a:ext cx="2728840" cy="1364420"/>
            <a:chOff x="3089660" y="0"/>
            <a:chExt cx="2728840" cy="1364420"/>
          </a:xfrm>
        </p:grpSpPr>
        <p:sp>
          <p:nvSpPr>
            <p:cNvPr id="34" name="任意多边形: 形状 33"/>
            <p:cNvSpPr/>
            <p:nvPr>
              <p:custDataLst>
                <p:tags r:id="rId19"/>
              </p:custDataLst>
            </p:nvPr>
          </p:nvSpPr>
          <p:spPr>
            <a:xfrm>
              <a:off x="3825125" y="0"/>
              <a:ext cx="1257910" cy="628955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任意多边形: 形状 34"/>
            <p:cNvSpPr/>
            <p:nvPr>
              <p:custDataLst>
                <p:tags r:id="rId20"/>
              </p:custDataLst>
            </p:nvPr>
          </p:nvSpPr>
          <p:spPr>
            <a:xfrm>
              <a:off x="3651277" y="0"/>
              <a:ext cx="1605606" cy="802804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  <p:sp>
          <p:nvSpPr>
            <p:cNvPr id="36" name="任意多边形: 形状 35"/>
            <p:cNvSpPr/>
            <p:nvPr>
              <p:custDataLst>
                <p:tags r:id="rId21"/>
              </p:custDataLst>
            </p:nvPr>
          </p:nvSpPr>
          <p:spPr>
            <a:xfrm>
              <a:off x="3483452" y="0"/>
              <a:ext cx="1941257" cy="970629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  <p:sp>
          <p:nvSpPr>
            <p:cNvPr id="37" name="任意多边形: 形状 36"/>
            <p:cNvSpPr/>
            <p:nvPr>
              <p:custDataLst>
                <p:tags r:id="rId22"/>
              </p:custDataLst>
            </p:nvPr>
          </p:nvSpPr>
          <p:spPr>
            <a:xfrm>
              <a:off x="3301845" y="0"/>
              <a:ext cx="2304471" cy="1152236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  <p:sp>
          <p:nvSpPr>
            <p:cNvPr id="38" name="任意多边形: 形状 37"/>
            <p:cNvSpPr/>
            <p:nvPr>
              <p:custDataLst>
                <p:tags r:id="rId23"/>
              </p:custDataLst>
            </p:nvPr>
          </p:nvSpPr>
          <p:spPr>
            <a:xfrm>
              <a:off x="3089660" y="0"/>
              <a:ext cx="2728840" cy="1364420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4"/>
            </p:custDataLst>
          </p:nvPr>
        </p:nvSpPr>
        <p:spPr>
          <a:xfrm>
            <a:off x="838200" y="2131488"/>
            <a:ext cx="8708376" cy="1800000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4"/>
                </a:solidFill>
              </a:defRPr>
            </a:lvl1pPr>
          </a:lstStyle>
          <a:p>
            <a:r>
              <a:rPr lang="zh-CN" altLang="en-US" dirty="0"/>
              <a:t>单击此处编辑母版</a:t>
            </a:r>
            <a:br>
              <a:rPr lang="en-US" altLang="zh-CN" dirty="0"/>
            </a:br>
            <a:r>
              <a:rPr lang="zh-CN" altLang="en-US" dirty="0"/>
              <a:t>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5"/>
            </p:custDataLst>
          </p:nvPr>
        </p:nvSpPr>
        <p:spPr/>
        <p:txBody>
          <a:bodyPr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7"/>
            </p:custDataLst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28"/>
            </p:custDataLst>
          </p:nvPr>
        </p:nvSpPr>
        <p:spPr>
          <a:xfrm>
            <a:off x="842642" y="5230368"/>
            <a:ext cx="2743199" cy="97612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zh-CN" altLang="en-US" dirty="0"/>
              <a:t>公司名占位符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29"/>
            </p:custDataLst>
          </p:nvPr>
        </p:nvSpPr>
        <p:spPr>
          <a:xfrm>
            <a:off x="3360716" y="4168127"/>
            <a:ext cx="2950805" cy="97612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zh-CN" altLang="en-US" dirty="0"/>
              <a:t>日期时间占位符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30"/>
            </p:custDataLst>
          </p:nvPr>
        </p:nvSpPr>
        <p:spPr>
          <a:xfrm>
            <a:off x="838200" y="4168895"/>
            <a:ext cx="2463645" cy="97612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60000"/>
            <a:ext cx="10515600" cy="864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8200" y="1364400"/>
            <a:ext cx="10515600" cy="4813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/mnt/data/circula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73" y="1034923"/>
            <a:ext cx="1078992" cy="1078992"/>
          </a:xfrm>
          <a:prstGeom prst="rect">
            <a:avLst/>
          </a:prstGeom>
        </p:spPr>
      </p:pic>
      <p:sp>
        <p:nvSpPr>
          <p:cNvPr id="13" name="Text 11"/>
          <p:cNvSpPr/>
          <p:nvPr/>
        </p:nvSpPr>
        <p:spPr>
          <a:xfrm>
            <a:off x="3127248" y="569671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[Team or Presenter Name]</a:t>
            </a:r>
            <a:endParaRPr lang="en-US" sz="1350" dirty="0">
              <a:solidFill>
                <a:schemeClr val="tx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27248" y="5504688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</a:t>
            </a:r>
            <a:endParaRPr lang="en-US" sz="950" b="1" dirty="0">
              <a:solidFill>
                <a:schemeClr val="tx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3" name="Text 8"/>
          <p:cNvSpPr/>
          <p:nvPr/>
        </p:nvSpPr>
        <p:spPr>
          <a:xfrm>
            <a:off x="987552" y="55046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</a:t>
            </a:r>
            <a:endParaRPr lang="en-US" sz="950" b="1" dirty="0">
              <a:solidFill>
                <a:schemeClr val="tx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552" y="5696712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[Month Year / Quarter]</a:t>
            </a:r>
            <a:endParaRPr lang="en-US" sz="1350" dirty="0">
              <a:solidFill>
                <a:schemeClr val="tx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38200" y="2281348"/>
            <a:ext cx="8708376" cy="1800000"/>
          </a:xfrm>
        </p:spPr>
        <p:txBody>
          <a:bodyPr/>
          <a:lstStyle/>
          <a:p>
            <a:r>
              <a:rPr lang="en-US" altLang="zh-CN"/>
              <a:t>[Board Presentation Title]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1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1.0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1.0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1.0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1.0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1.0"/>
  <p:tag name="KSO_WM_UNIT_TYPE" val="i"/>
  <p:tag name="KSO_WM_UNIT_INDEX" val="8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1.0"/>
  <p:tag name="KSO_WM_UNIT_TYPE" val="i"/>
  <p:tag name="KSO_WM_UNIT_INDEX" val="9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1.0"/>
  <p:tag name="KSO_WM_UNIT_TYPE" val="i"/>
  <p:tag name="KSO_WM_UNIT_INDEX" val="1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1.0"/>
  <p:tag name="KSO_WM_UNIT_TYPE" val="i"/>
  <p:tag name="KSO_WM_UNIT_INDEX" val="11"/>
</p:tagLst>
</file>

<file path=ppt/tags/tag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1.0"/>
  <p:tag name="KSO_WM_UNIT_TYPE" val="i"/>
  <p:tag name="KSO_WM_UNIT_INDEX" val="12"/>
</p:tagLst>
</file>

<file path=ppt/tags/tag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1.0"/>
  <p:tag name="KSO_WM_UNIT_TYPE" val="i"/>
  <p:tag name="KSO_WM_UNIT_INDEX" val="13"/>
</p:tagLst>
</file>

<file path=ppt/tags/tag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1.0"/>
  <p:tag name="KSO_WM_UNIT_TYPE" val="i"/>
  <p:tag name="KSO_WM_UNIT_INDEX" val="14"/>
</p:tagLst>
</file>

<file path=ppt/tags/tag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1.0"/>
  <p:tag name="KSO_WM_UNIT_TYPE" val="i"/>
  <p:tag name="KSO_WM_UNIT_INDEX" val="15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3"/>
  <p:tag name="KSO_WM_UNIT_LAYERLEVEL" val="1"/>
  <p:tag name="KSO_WM_TAG_VERSION" val="1.0"/>
  <p:tag name="KSO_WM_BEAUTIFY_FLAG" val="#wm#"/>
  <p:tag name="KSO_WM_UNIT_PRESET_TEXT" val="公司名占位符"/>
  <p:tag name="KSO_WM_UNIT_NOCLEAR" val="0"/>
  <p:tag name="KSO_WM_UNIT_VALUE" val="36"/>
  <p:tag name="KSO_WM_UNIT_TYPE" val="f"/>
  <p:tag name="KSO_WM_UNIT_INDEX" val="3"/>
  <p:tag name="KSO_WM_UNIT_SUBTYPE" val="g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1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TEMPLATE_CATEGORY" val="custom"/>
  <p:tag name="KSO_WM_TEMPLATE_INDEX" val="20230979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NOCLEAR" val="0"/>
  <p:tag name="KSO_WM_TEMPLATE_CATEGORY" val="custom"/>
  <p:tag name="KSO_WM_TEMPLATE_INDEX" val="20230979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979"/>
  <p:tag name="KSO_WM_TEMPLATE_THUMBS_INDEX" val="1、9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979_1*a*1"/>
  <p:tag name="KSO_WM_TEMPLATE_CATEGORY" val="custom"/>
  <p:tag name="KSO_WM_TEMPLATE_INDEX" val="20230979"/>
  <p:tag name="KSO_WM_UNIT_LAYERLEVEL" val="1"/>
  <p:tag name="KSO_WM_TAG_VERSION" val="1.0"/>
  <p:tag name="KSO_WM_BEAUTIFY_FLAG" val="#wm#"/>
  <p:tag name="KSO_WM_UNIT_PRESET_TEXT" val="单击此处添加文档&#10;标题内容"/>
  <p:tag name="KSO_WM_UNIT_TEXT_TYPE" val="1"/>
</p:tagLst>
</file>

<file path=ppt/tags/tag37.xml><?xml version="1.0" encoding="utf-8"?>
<p:tagLst xmlns:p="http://schemas.openxmlformats.org/presentationml/2006/main">
  <p:tag name="KSO_WM_SLIDE_ID" val="custom2023097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979"/>
  <p:tag name="KSO_WM_SLIDE_LAYOUT" val="a_f"/>
  <p:tag name="KSO_WM_SLIDE_LAYOUT_CNT" val="1_3"/>
  <p:tag name="KSO_WM_SLIDE_TYPE" val="title"/>
  <p:tag name="KSO_WM_SLIDE_SUBTYPE" val="pureTxt"/>
  <p:tag name="KSO_WM_TEMPLATE_THUMBS_INDEX" val="1、9"/>
</p:tagLst>
</file>

<file path=ppt/theme/theme1.xml><?xml version="1.0" encoding="utf-8"?>
<a:theme xmlns:a="http://schemas.openxmlformats.org/drawingml/2006/main" name="Office 主题​​">
  <a:themeElements>
    <a:clrScheme name="自定义 43">
      <a:dk1>
        <a:sysClr val="windowText" lastClr="000000"/>
      </a:dk1>
      <a:lt1>
        <a:sysClr val="window" lastClr="FFFFFF"/>
      </a:lt1>
      <a:dk2>
        <a:srgbClr val="1E3643"/>
      </a:dk2>
      <a:lt2>
        <a:srgbClr val="EAFCFB"/>
      </a:lt2>
      <a:accent1>
        <a:srgbClr val="20DAD6"/>
      </a:accent1>
      <a:accent2>
        <a:srgbClr val="43AFB6"/>
      </a:accent2>
      <a:accent3>
        <a:srgbClr val="3F8297"/>
      </a:accent3>
      <a:accent4>
        <a:srgbClr val="3D6C87"/>
      </a:accent4>
      <a:accent5>
        <a:srgbClr val="FFC961"/>
      </a:accent5>
      <a:accent6>
        <a:srgbClr val="FF9845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>
              <a:alpha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chemeClr val="accent4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WPS 演示</Application>
  <PresentationFormat>On-screen Show (16:9)</PresentationFormat>
  <Paragraphs>10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1" baseType="lpstr">
      <vt:lpstr>Arial</vt:lpstr>
      <vt:lpstr>宋体</vt:lpstr>
      <vt:lpstr>Wingdings</vt:lpstr>
      <vt:lpstr>Aptos</vt:lpstr>
      <vt:lpstr>Helvetica Neue</vt:lpstr>
      <vt:lpstr>Aptos</vt:lpstr>
      <vt:lpstr>Aptos</vt:lpstr>
      <vt:lpstr>Aptos Display</vt:lpstr>
      <vt:lpstr>Aptos Display</vt:lpstr>
      <vt:lpstr>Aptos Display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Calibri</vt:lpstr>
      <vt:lpstr>微软雅黑</vt:lpstr>
      <vt:lpstr>Office 主题​​</vt:lpstr>
      <vt:lpstr>[Board Presentation Title]</vt:lpstr>
    </vt:vector>
  </TitlesOfParts>
  <Company>AxiomShift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AxiomShift Board Cover Template</dc:title>
  <dc:creator>OpenAI</dc:creator>
  <dc:subject>Board Cover Template</dc:subject>
  <cp:lastModifiedBy>王研</cp:lastModifiedBy>
  <cp:revision>2</cp:revision>
  <dcterms:created xsi:type="dcterms:W3CDTF">2026-03-22T13:26:14Z</dcterms:created>
  <dcterms:modified xsi:type="dcterms:W3CDTF">2026-03-22T13:26:14Z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DD9A18D0F58436D6F6EDBF69D385D7BA_42</vt:lpwstr>
  </property>
  <property fmtid="{D5CDD505-2E9C-101B-9397-08002B2CF9AE}" pid="3" name="KSOProductBuildVer">
    <vt:lpwstr>2052-12.1.25205.25205</vt:lpwstr>
  </property>
</Properties>
</file>