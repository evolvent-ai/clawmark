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ARD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3A59"/>
          </a:solidFill>
          <a:ln w="12700">
            <a:solidFill>
              <a:srgbClr val="203A5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65792" y="109728"/>
            <a:ext cx="2425903" cy="601675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65792" y="109728"/>
            <a:ext cx="0" cy="6016752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pic>
        <p:nvPicPr>
          <p:cNvPr id="5" name="Image 0" descr="/mnt/data/c0d5d1e8-8199-411e-9d7e-541eb1164c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344" y="475488"/>
            <a:ext cx="2478855" cy="12984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" y="2258568"/>
            <a:ext cx="73152" cy="1024128"/>
          </a:xfrm>
          <a:prstGeom prst="rect">
            <a:avLst/>
          </a:prstGeom>
          <a:solidFill>
            <a:srgbClr val="6D87A3"/>
          </a:solidFill>
          <a:ln w="12700">
            <a:solidFill>
              <a:srgbClr val="6D87A3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2157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dirty="0">
                <a:solidFill>
                  <a:srgbClr val="1724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AxiomShift Q1 Board Review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1005840" y="2770632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E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Consolidated Business, Financial, Product, and Talent Update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05840" y="3255264"/>
            <a:ext cx="4617720" cy="0"/>
          </a:xfrm>
          <a:prstGeom prst="line">
            <a:avLst/>
          </a:prstGeom>
          <a:noFill/>
          <a:ln w="12700">
            <a:solidFill>
              <a:srgbClr val="A9B8C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6153912"/>
            <a:ext cx="10725912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627278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155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646920" y="6272784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155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Materials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board_cover_v2</dc:title>
  <dc:subject>AxiomShift Q1 Board Review</dc:subject>
  <dc:creator>OpenAI</dc:creator>
  <cp:lastModifiedBy>OpenAI</cp:lastModifiedBy>
  <cp:revision>1</cp:revision>
  <dcterms:created xsi:type="dcterms:W3CDTF">2026-03-24T09:32:26Z</dcterms:created>
  <dcterms:modified xsi:type="dcterms:W3CDTF">2026-03-24T09:32:26Z</dcterms:modified>
</cp:coreProperties>
</file>