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[PPT Fill-in Rules]</a:t>
            </a:r>
          </a:p>
          <a:p>
            <a:r>
              <a:t>1. Slide titles cannot be modified; only fill in the content area</a:t>
            </a:r>
          </a:p>
          <a:p>
            <a:r>
              <a:t>2. Slide 2 (User Needs Analysis): Must include information from both "survey" and "interview" sources</a:t>
            </a:r>
          </a:p>
          <a:p>
            <a:r>
              <a:t>3. Slide 3 (Competitor Comparison): Must mention all 3 competitor names (TiHui, CuotiJingling, XueBa Notes)</a:t>
            </a:r>
          </a:p>
          <a:p>
            <a:r>
              <a:t>4. Slide 4 (Feature Planning &amp; Timeline): Fill in feature priorities and phased schedule</a:t>
            </a:r>
          </a:p>
          <a:p>
            <a:r>
              <a:t>5. Slide 5 (Issues to Resolve): Must mention the "Learning Report" issue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Product Review: Smart Error Notebook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Subtitle: Fill in date and presenter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User Needs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Fill in: Survey ranking data + key findings from user interview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Competitor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Fill in: Feature support table for 3 competitors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Feature Planning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Fill in: Feature priorities, phased schedule, target launch 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Issues to Resolve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Fill in: Known issues and action items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